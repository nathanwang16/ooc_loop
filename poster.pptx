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43891200" cy="329184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BF73"/>
    <a:srgbClr val="96C787"/>
    <a:srgbClr val="88B77A"/>
    <a:srgbClr val="9AD27F"/>
    <a:srgbClr val="8FC47C"/>
    <a:srgbClr val="8E6FA1"/>
    <a:srgbClr val="9A82A0"/>
    <a:srgbClr val="8A748F"/>
    <a:srgbClr val="D69566"/>
    <a:srgbClr val="C58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  <p:ext uri="{8E1804F1-CBB2-4B0B-D1B8-CAAABB9A2C33}"/>
    <p:ext uri="{013084F8-19D8-46BC-F47C-E9366E9B9A64}"/>
    <p:ext uri="{47C33971-154B-4A86-FA54-8B10D74AA533}"/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6FCBD-8C1B-4AEF-8483-03804C6F6B36}" v="246" dt="2025-07-31T15:39:53.358"/>
  </p1510:revLst>
</p1510:revInfo>
</file>

<file path=ppt/tableStyles.xml><?xml version="1.0" encoding="utf-8"?>
<a:tblStyleLst xmlns:a="http://schemas.openxmlformats.org/drawingml/2006/main" def="{9C0D14D1-B927-43A7-EAB3-34DCE66EB6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26" d="100"/>
          <a:sy n="26" d="100"/>
        </p:scale>
        <p:origin x="15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Li" userId="8a55d936b63ebf2b" providerId="LiveId" clId="{3316FCBD-8C1B-4AEF-8483-03804C6F6B36}"/>
    <pc:docChg chg="undo custSel addSld delSld modSld">
      <pc:chgData name="Shuo Li" userId="8a55d936b63ebf2b" providerId="LiveId" clId="{3316FCBD-8C1B-4AEF-8483-03804C6F6B36}" dt="2025-07-31T15:40:04.925" v="3648" actId="732"/>
      <pc:docMkLst>
        <pc:docMk/>
      </pc:docMkLst>
      <pc:sldChg chg="addSp delSp modSp del mod">
        <pc:chgData name="Shuo Li" userId="8a55d936b63ebf2b" providerId="LiveId" clId="{3316FCBD-8C1B-4AEF-8483-03804C6F6B36}" dt="2025-07-31T15:36:18.788" v="3645" actId="47"/>
        <pc:sldMkLst>
          <pc:docMk/>
          <pc:sldMk cId="0" sldId="256"/>
        </pc:sldMkLst>
        <pc:spChg chg="del">
          <ac:chgData name="Shuo Li" userId="8a55d936b63ebf2b" providerId="LiveId" clId="{3316FCBD-8C1B-4AEF-8483-03804C6F6B36}" dt="2025-07-31T06:54:05.009" v="1772" actId="478"/>
          <ac:spMkLst>
            <pc:docMk/>
            <pc:sldMk cId="0" sldId="256"/>
            <ac:spMk id="76" creationId="{00000000-0000-0000-0000-000000000000}"/>
          </ac:spMkLst>
        </pc:spChg>
        <pc:spChg chg="del">
          <ac:chgData name="Shuo Li" userId="8a55d936b63ebf2b" providerId="LiveId" clId="{3316FCBD-8C1B-4AEF-8483-03804C6F6B36}" dt="2025-07-31T06:54:05.009" v="1772" actId="478"/>
          <ac:spMkLst>
            <pc:docMk/>
            <pc:sldMk cId="0" sldId="256"/>
            <ac:spMk id="77" creationId="{00000000-0000-0000-0000-000000000000}"/>
          </ac:spMkLst>
        </pc:spChg>
        <pc:spChg chg="del mod">
          <ac:chgData name="Shuo Li" userId="8a55d936b63ebf2b" providerId="LiveId" clId="{3316FCBD-8C1B-4AEF-8483-03804C6F6B36}" dt="2025-07-31T06:54:19.890" v="1776" actId="478"/>
          <ac:spMkLst>
            <pc:docMk/>
            <pc:sldMk cId="0" sldId="256"/>
            <ac:spMk id="79" creationId="{00000000-0000-0000-0000-000000000000}"/>
          </ac:spMkLst>
        </pc:spChg>
        <pc:spChg chg="del mod">
          <ac:chgData name="Shuo Li" userId="8a55d936b63ebf2b" providerId="LiveId" clId="{3316FCBD-8C1B-4AEF-8483-03804C6F6B36}" dt="2025-07-31T07:25:29.058" v="2516" actId="21"/>
          <ac:spMkLst>
            <pc:docMk/>
            <pc:sldMk cId="0" sldId="256"/>
            <ac:spMk id="94" creationId="{00000000-0000-0000-0000-000000000000}"/>
          </ac:spMkLst>
        </pc:spChg>
        <pc:spChg chg="del mod">
          <ac:chgData name="Shuo Li" userId="8a55d936b63ebf2b" providerId="LiveId" clId="{3316FCBD-8C1B-4AEF-8483-03804C6F6B36}" dt="2025-07-31T07:26:23.753" v="2530" actId="21"/>
          <ac:spMkLst>
            <pc:docMk/>
            <pc:sldMk cId="0" sldId="256"/>
            <ac:spMk id="95" creationId="{00000000-0000-0000-0000-000000000000}"/>
          </ac:spMkLst>
        </pc:spChg>
        <pc:spChg chg="del">
          <ac:chgData name="Shuo Li" userId="8a55d936b63ebf2b" providerId="LiveId" clId="{3316FCBD-8C1B-4AEF-8483-03804C6F6B36}" dt="2025-07-31T07:25:29.058" v="2516" actId="21"/>
          <ac:spMkLst>
            <pc:docMk/>
            <pc:sldMk cId="0" sldId="256"/>
            <ac:spMk id="96" creationId="{00000000-0000-0000-0000-000000000000}"/>
          </ac:spMkLst>
        </pc:spChg>
        <pc:spChg chg="del">
          <ac:chgData name="Shuo Li" userId="8a55d936b63ebf2b" providerId="LiveId" clId="{3316FCBD-8C1B-4AEF-8483-03804C6F6B36}" dt="2025-07-31T06:59:53.061" v="1824" actId="478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Shuo Li" userId="8a55d936b63ebf2b" providerId="LiveId" clId="{3316FCBD-8C1B-4AEF-8483-03804C6F6B36}" dt="2025-07-31T07:03:56.336" v="1976" actId="14100"/>
          <ac:spMkLst>
            <pc:docMk/>
            <pc:sldMk cId="0" sldId="256"/>
            <ac:spMk id="152" creationId="{00000000-0000-0000-0000-000000000000}"/>
          </ac:spMkLst>
        </pc:spChg>
        <pc:spChg chg="mod">
          <ac:chgData name="Shuo Li" userId="8a55d936b63ebf2b" providerId="LiveId" clId="{3316FCBD-8C1B-4AEF-8483-03804C6F6B36}" dt="2025-07-30T16:07:40.649" v="93" actId="14100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Shuo Li" userId="8a55d936b63ebf2b" providerId="LiveId" clId="{3316FCBD-8C1B-4AEF-8483-03804C6F6B36}" dt="2025-07-31T05:21:55.432" v="1211" actId="14100"/>
          <ac:spMkLst>
            <pc:docMk/>
            <pc:sldMk cId="0" sldId="256"/>
            <ac:spMk id="177" creationId="{00000000-0000-0000-0000-000000000000}"/>
          </ac:spMkLst>
        </pc:spChg>
        <pc:spChg chg="mod">
          <ac:chgData name="Shuo Li" userId="8a55d936b63ebf2b" providerId="LiveId" clId="{3316FCBD-8C1B-4AEF-8483-03804C6F6B36}" dt="2025-07-31T07:03:54.311" v="1975" actId="14100"/>
          <ac:spMkLst>
            <pc:docMk/>
            <pc:sldMk cId="0" sldId="256"/>
            <ac:spMk id="179" creationId="{00000000-0000-0000-0000-000000000000}"/>
          </ac:spMkLst>
        </pc:spChg>
        <pc:spChg chg="mod">
          <ac:chgData name="Shuo Li" userId="8a55d936b63ebf2b" providerId="LiveId" clId="{3316FCBD-8C1B-4AEF-8483-03804C6F6B36}" dt="2025-07-30T15:58:26.705" v="80" actId="1076"/>
          <ac:spMkLst>
            <pc:docMk/>
            <pc:sldMk cId="0" sldId="256"/>
            <ac:spMk id="281" creationId="{00000000-0000-0000-0000-000000000000}"/>
          </ac:spMkLst>
        </pc:spChg>
        <pc:spChg chg="mod">
          <ac:chgData name="Shuo Li" userId="8a55d936b63ebf2b" providerId="LiveId" clId="{3316FCBD-8C1B-4AEF-8483-03804C6F6B36}" dt="2025-07-30T15:58:27.589" v="83" actId="1076"/>
          <ac:spMkLst>
            <pc:docMk/>
            <pc:sldMk cId="0" sldId="256"/>
            <ac:spMk id="300" creationId="{00000000-0000-0000-0000-000000000000}"/>
          </ac:spMkLst>
        </pc:spChg>
        <pc:spChg chg="mod">
          <ac:chgData name="Shuo Li" userId="8a55d936b63ebf2b" providerId="LiveId" clId="{3316FCBD-8C1B-4AEF-8483-03804C6F6B36}" dt="2025-07-30T15:58:28.853" v="86" actId="1076"/>
          <ac:spMkLst>
            <pc:docMk/>
            <pc:sldMk cId="0" sldId="256"/>
            <ac:spMk id="309" creationId="{00000000-0000-0000-0000-000000000000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77" creationId="{0FF47113-0651-43BC-EED9-5D5531EFEA0D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78" creationId="{348E8119-4F9A-08C0-4AD4-45710CBE287D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2" creationId="{1001D1D9-685E-ED8D-5ADA-23A03934A916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3" creationId="{B7EF4952-F672-2045-D94B-1600BD9E725F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6" creationId="{A374DE13-C4FB-E880-3682-65C2BA2906F3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7" creationId="{E19B6A62-EAF2-3F43-C090-D71F75356466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8" creationId="{58D74FBB-93B2-8CD2-DF62-B079DC33401E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89" creationId="{CC54AAD2-EA16-654C-E36F-B72121C04F99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92" creationId="{E113A9B1-C03C-B960-9863-D17D755B41E8}"/>
          </ac:spMkLst>
        </pc:spChg>
        <pc:spChg chg="mod">
          <ac:chgData name="Shuo Li" userId="8a55d936b63ebf2b" providerId="LiveId" clId="{3316FCBD-8C1B-4AEF-8483-03804C6F6B36}" dt="2025-07-31T06:59:56.421" v="1825"/>
          <ac:spMkLst>
            <pc:docMk/>
            <pc:sldMk cId="0" sldId="256"/>
            <ac:spMk id="393" creationId="{2D57F63C-8126-AD8C-4226-E1165DBA1AE9}"/>
          </ac:spMkLst>
        </pc:spChg>
        <pc:spChg chg="add mod">
          <ac:chgData name="Shuo Li" userId="8a55d936b63ebf2b" providerId="LiveId" clId="{3316FCBD-8C1B-4AEF-8483-03804C6F6B36}" dt="2025-07-31T07:04:09.057" v="1982" actId="14100"/>
          <ac:spMkLst>
            <pc:docMk/>
            <pc:sldMk cId="0" sldId="256"/>
            <ac:spMk id="397" creationId="{D4129326-75A1-D000-9296-AA7E4B459BFF}"/>
          </ac:spMkLst>
        </pc:spChg>
        <pc:spChg chg="add mod">
          <ac:chgData name="Shuo Li" userId="8a55d936b63ebf2b" providerId="LiveId" clId="{3316FCBD-8C1B-4AEF-8483-03804C6F6B36}" dt="2025-07-31T07:25:29.848" v="2517"/>
          <ac:spMkLst>
            <pc:docMk/>
            <pc:sldMk cId="0" sldId="256"/>
            <ac:spMk id="398" creationId="{00000000-0000-0000-0000-000000000000}"/>
          </ac:spMkLst>
        </pc:spChg>
        <pc:spChg chg="add mod">
          <ac:chgData name="Shuo Li" userId="8a55d936b63ebf2b" providerId="LiveId" clId="{3316FCBD-8C1B-4AEF-8483-03804C6F6B36}" dt="2025-07-31T07:25:29.848" v="2517"/>
          <ac:spMkLst>
            <pc:docMk/>
            <pc:sldMk cId="0" sldId="256"/>
            <ac:spMk id="399" creationId="{00000000-0000-0000-0000-000000000000}"/>
          </ac:spMkLst>
        </pc:spChg>
        <pc:grpChg chg="mod">
          <ac:chgData name="Shuo Li" userId="8a55d936b63ebf2b" providerId="LiveId" clId="{3316FCBD-8C1B-4AEF-8483-03804C6F6B36}" dt="2025-07-31T06:54:25.640" v="1778" actId="14100"/>
          <ac:grpSpMkLst>
            <pc:docMk/>
            <pc:sldMk cId="0" sldId="256"/>
            <ac:grpSpMk id="78" creationId="{00000000-0000-0000-0000-000000000000}"/>
          </ac:grpSpMkLst>
        </pc:grpChg>
        <pc:grpChg chg="del">
          <ac:chgData name="Shuo Li" userId="8a55d936b63ebf2b" providerId="LiveId" clId="{3316FCBD-8C1B-4AEF-8483-03804C6F6B36}" dt="2025-07-31T06:52:57.768" v="1759" actId="478"/>
          <ac:grpSpMkLst>
            <pc:docMk/>
            <pc:sldMk cId="0" sldId="256"/>
            <ac:grpSpMk id="83" creationId="{00000000-0000-0000-0000-000000000000}"/>
          </ac:grpSpMkLst>
        </pc:grpChg>
        <pc:grpChg chg="mod">
          <ac:chgData name="Shuo Li" userId="8a55d936b63ebf2b" providerId="LiveId" clId="{3316FCBD-8C1B-4AEF-8483-03804C6F6B36}" dt="2025-07-31T06:59:50.550" v="1823" actId="1076"/>
          <ac:grpSpMkLst>
            <pc:docMk/>
            <pc:sldMk cId="0" sldId="256"/>
            <ac:grpSpMk id="126" creationId="{00000000-0000-0000-0000-000000000000}"/>
          </ac:grpSpMkLst>
        </pc:grpChg>
        <pc:grpChg chg="mod">
          <ac:chgData name="Shuo Li" userId="8a55d936b63ebf2b" providerId="LiveId" clId="{3316FCBD-8C1B-4AEF-8483-03804C6F6B36}" dt="2025-07-31T06:59:45.748" v="1821" actId="1076"/>
          <ac:grpSpMkLst>
            <pc:docMk/>
            <pc:sldMk cId="0" sldId="256"/>
            <ac:grpSpMk id="138" creationId="{00000000-0000-0000-0000-000000000000}"/>
          </ac:grpSpMkLst>
        </pc:grpChg>
        <pc:grpChg chg="mod">
          <ac:chgData name="Shuo Li" userId="8a55d936b63ebf2b" providerId="LiveId" clId="{3316FCBD-8C1B-4AEF-8483-03804C6F6B36}" dt="2025-07-31T07:03:49.240" v="1972" actId="1076"/>
          <ac:grpSpMkLst>
            <pc:docMk/>
            <pc:sldMk cId="0" sldId="256"/>
            <ac:grpSpMk id="151" creationId="{00000000-0000-0000-0000-000000000000}"/>
          </ac:grpSpMkLst>
        </pc:grpChg>
        <pc:grpChg chg="mod">
          <ac:chgData name="Shuo Li" userId="8a55d936b63ebf2b" providerId="LiveId" clId="{3316FCBD-8C1B-4AEF-8483-03804C6F6B36}" dt="2025-07-30T15:58:27.038" v="81" actId="1076"/>
          <ac:grpSpMkLst>
            <pc:docMk/>
            <pc:sldMk cId="0" sldId="256"/>
            <ac:grpSpMk id="305" creationId="{00000000-0000-0000-0000-000000000000}"/>
          </ac:grpSpMkLst>
        </pc:grpChg>
        <pc:graphicFrameChg chg="del mod modGraphic">
          <ac:chgData name="Shuo Li" userId="8a55d936b63ebf2b" providerId="LiveId" clId="{3316FCBD-8C1B-4AEF-8483-03804C6F6B36}" dt="2025-07-31T06:53:40.597" v="1769" actId="478"/>
          <ac:graphicFrameMkLst>
            <pc:docMk/>
            <pc:sldMk cId="0" sldId="256"/>
            <ac:graphicFrameMk id="120" creationId="{00000000-0000-0000-0000-000000000000}"/>
          </ac:graphicFrameMkLst>
        </pc:graphicFrameChg>
        <pc:picChg chg="mod">
          <ac:chgData name="Shuo Li" userId="8a55d936b63ebf2b" providerId="LiveId" clId="{3316FCBD-8C1B-4AEF-8483-03804C6F6B36}" dt="2025-07-31T06:54:27.885" v="1779" actId="1076"/>
          <ac:picMkLst>
            <pc:docMk/>
            <pc:sldMk cId="0" sldId="256"/>
            <ac:picMk id="67" creationId="{00000000-0000-0000-0000-000000000000}"/>
          </ac:picMkLst>
        </pc:picChg>
        <pc:picChg chg="mod">
          <ac:chgData name="Shuo Li" userId="8a55d936b63ebf2b" providerId="LiveId" clId="{3316FCBD-8C1B-4AEF-8483-03804C6F6B36}" dt="2025-07-31T06:54:22.112" v="1777" actId="1076"/>
          <ac:picMkLst>
            <pc:docMk/>
            <pc:sldMk cId="0" sldId="256"/>
            <ac:picMk id="82" creationId="{00000000-0000-0000-0000-000000000000}"/>
          </ac:picMkLst>
        </pc:picChg>
        <pc:picChg chg="del">
          <ac:chgData name="Shuo Li" userId="8a55d936b63ebf2b" providerId="LiveId" clId="{3316FCBD-8C1B-4AEF-8483-03804C6F6B36}" dt="2025-07-31T06:54:05.009" v="1772" actId="478"/>
          <ac:picMkLst>
            <pc:docMk/>
            <pc:sldMk cId="0" sldId="256"/>
            <ac:picMk id="184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14.895" v="957" actId="1076"/>
          <ac:picMkLst>
            <pc:docMk/>
            <pc:sldMk cId="0" sldId="256"/>
            <ac:picMk id="190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15.216" v="959" actId="1076"/>
          <ac:picMkLst>
            <pc:docMk/>
            <pc:sldMk cId="0" sldId="256"/>
            <ac:picMk id="192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15.056" v="958" actId="1076"/>
          <ac:picMkLst>
            <pc:docMk/>
            <pc:sldMk cId="0" sldId="256"/>
            <ac:picMk id="194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39.247" v="971" actId="1076"/>
          <ac:picMkLst>
            <pc:docMk/>
            <pc:sldMk cId="0" sldId="256"/>
            <ac:picMk id="196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15.535" v="961" actId="1076"/>
          <ac:picMkLst>
            <pc:docMk/>
            <pc:sldMk cId="0" sldId="256"/>
            <ac:picMk id="198" creationId="{00000000-0000-0000-0000-000000000000}"/>
          </ac:picMkLst>
        </pc:picChg>
        <pc:picChg chg="mod">
          <ac:chgData name="Shuo Li" userId="8a55d936b63ebf2b" providerId="LiveId" clId="{3316FCBD-8C1B-4AEF-8483-03804C6F6B36}" dt="2025-07-31T05:07:45.880" v="972" actId="1076"/>
          <ac:picMkLst>
            <pc:docMk/>
            <pc:sldMk cId="0" sldId="256"/>
            <ac:picMk id="256" creationId="{00000000-0000-0000-0000-000000000000}"/>
          </ac:picMkLst>
        </pc:picChg>
        <pc:picChg chg="del mod">
          <ac:chgData name="Shuo Li" userId="8a55d936b63ebf2b" providerId="LiveId" clId="{3316FCBD-8C1B-4AEF-8483-03804C6F6B36}" dt="2025-07-31T05:07:23.190" v="965" actId="478"/>
          <ac:picMkLst>
            <pc:docMk/>
            <pc:sldMk cId="0" sldId="256"/>
            <ac:picMk id="276" creationId="{00000000-0000-0000-0000-000000000000}"/>
          </ac:picMkLst>
        </pc:picChg>
        <pc:picChg chg="mod">
          <ac:chgData name="Shuo Li" userId="8a55d936b63ebf2b" providerId="LiveId" clId="{3316FCBD-8C1B-4AEF-8483-03804C6F6B36}" dt="2025-07-30T15:58:29.241" v="87" actId="1076"/>
          <ac:picMkLst>
            <pc:docMk/>
            <pc:sldMk cId="0" sldId="256"/>
            <ac:picMk id="280" creationId="{00000000-0000-0000-0000-000000000000}"/>
          </ac:picMkLst>
        </pc:picChg>
        <pc:picChg chg="mod">
          <ac:chgData name="Shuo Li" userId="8a55d936b63ebf2b" providerId="LiveId" clId="{3316FCBD-8C1B-4AEF-8483-03804C6F6B36}" dt="2025-07-30T15:58:32.980" v="89" actId="1076"/>
          <ac:picMkLst>
            <pc:docMk/>
            <pc:sldMk cId="0" sldId="256"/>
            <ac:picMk id="380" creationId="{00000000-0000-0000-0000-000000000000}"/>
          </ac:picMkLst>
        </pc:picChg>
        <pc:picChg chg="add mod">
          <ac:chgData name="Shuo Li" userId="8a55d936b63ebf2b" providerId="LiveId" clId="{3316FCBD-8C1B-4AEF-8483-03804C6F6B36}" dt="2025-07-31T07:03:47.153" v="1971" actId="1076"/>
          <ac:picMkLst>
            <pc:docMk/>
            <pc:sldMk cId="0" sldId="256"/>
            <ac:picMk id="396" creationId="{9B864D5B-4A3F-6460-0594-74B46DC5FF55}"/>
          </ac:picMkLst>
        </pc:picChg>
        <pc:picChg chg="add del mod">
          <ac:chgData name="Shuo Li" userId="8a55d936b63ebf2b" providerId="LiveId" clId="{3316FCBD-8C1B-4AEF-8483-03804C6F6B36}" dt="2025-07-31T07:26:23.753" v="2530" actId="21"/>
          <ac:picMkLst>
            <pc:docMk/>
            <pc:sldMk cId="0" sldId="256"/>
            <ac:picMk id="400" creationId="{EA069EBB-9FE7-1F80-05A8-D962F5C89BC9}"/>
          </ac:picMkLst>
        </pc:picChg>
      </pc:sldChg>
      <pc:sldChg chg="addSp delSp modSp add del mod">
        <pc:chgData name="Shuo Li" userId="8a55d936b63ebf2b" providerId="LiveId" clId="{3316FCBD-8C1B-4AEF-8483-03804C6F6B36}" dt="2025-07-31T15:40:04.925" v="3648" actId="732"/>
        <pc:sldMkLst>
          <pc:docMk/>
          <pc:sldMk cId="823964145" sldId="257"/>
        </pc:sldMkLst>
        <pc:spChg chg="mod">
          <ac:chgData name="Shuo Li" userId="8a55d936b63ebf2b" providerId="LiveId" clId="{3316FCBD-8C1B-4AEF-8483-03804C6F6B36}" dt="2025-07-31T15:28:53.378" v="3564" actId="255"/>
          <ac:spMkLst>
            <pc:docMk/>
            <pc:sldMk cId="823964145" sldId="257"/>
            <ac:spMk id="4" creationId="{1CB28B69-2545-C553-156C-B090BA1C0195}"/>
          </ac:spMkLst>
        </pc:spChg>
        <pc:spChg chg="mod">
          <ac:chgData name="Shuo Li" userId="8a55d936b63ebf2b" providerId="LiveId" clId="{3316FCBD-8C1B-4AEF-8483-03804C6F6B36}" dt="2025-07-31T02:23:19.873" v="235" actId="14100"/>
          <ac:spMkLst>
            <pc:docMk/>
            <pc:sldMk cId="823964145" sldId="257"/>
            <ac:spMk id="66" creationId="{77E9F117-71D5-647C-AC21-FA8CD711CA3F}"/>
          </ac:spMkLst>
        </pc:spChg>
        <pc:spChg chg="add">
          <ac:chgData name="Shuo Li" userId="8a55d936b63ebf2b" providerId="LiveId" clId="{3316FCBD-8C1B-4AEF-8483-03804C6F6B36}" dt="2025-07-31T01:40:30.549" v="99"/>
          <ac:spMkLst>
            <pc:docMk/>
            <pc:sldMk cId="823964145" sldId="257"/>
            <ac:spMk id="69" creationId="{97F41C32-23E1-FB1B-5EDB-6618E26F23B8}"/>
          </ac:spMkLst>
        </pc:spChg>
        <pc:spChg chg="add del mod">
          <ac:chgData name="Shuo Li" userId="8a55d936b63ebf2b" providerId="LiveId" clId="{3316FCBD-8C1B-4AEF-8483-03804C6F6B36}" dt="2025-07-31T06:02:44.016" v="1460" actId="478"/>
          <ac:spMkLst>
            <pc:docMk/>
            <pc:sldMk cId="823964145" sldId="257"/>
            <ac:spMk id="73" creationId="{E77A4C37-10FF-68D1-7FD2-264DAE0D6630}"/>
          </ac:spMkLst>
        </pc:spChg>
        <pc:spChg chg="add del mod">
          <ac:chgData name="Shuo Li" userId="8a55d936b63ebf2b" providerId="LiveId" clId="{3316FCBD-8C1B-4AEF-8483-03804C6F6B36}" dt="2025-07-31T02:17:55.739" v="204" actId="478"/>
          <ac:spMkLst>
            <pc:docMk/>
            <pc:sldMk cId="823964145" sldId="257"/>
            <ac:spMk id="79" creationId="{CC2D5FEA-D467-07D0-87D3-137F506E29A6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79" creationId="{EC5933C2-9607-3A31-E4D5-194825DCE9F0}"/>
          </ac:spMkLst>
        </pc:spChg>
        <pc:spChg chg="add del mod">
          <ac:chgData name="Shuo Li" userId="8a55d936b63ebf2b" providerId="LiveId" clId="{3316FCBD-8C1B-4AEF-8483-03804C6F6B36}" dt="2025-07-31T05:37:51.507" v="1344" actId="478"/>
          <ac:spMkLst>
            <pc:docMk/>
            <pc:sldMk cId="823964145" sldId="257"/>
            <ac:spMk id="80" creationId="{4201B87D-D99D-8370-B14B-6327460211B0}"/>
          </ac:spMkLst>
        </pc:spChg>
        <pc:spChg chg="add del mod">
          <ac:chgData name="Shuo Li" userId="8a55d936b63ebf2b" providerId="LiveId" clId="{3316FCBD-8C1B-4AEF-8483-03804C6F6B36}" dt="2025-07-31T07:21:09.809" v="2270" actId="21"/>
          <ac:spMkLst>
            <pc:docMk/>
            <pc:sldMk cId="823964145" sldId="257"/>
            <ac:spMk id="82" creationId="{E309C2B0-5A55-1CCE-FA43-F9D592B3AD08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87" creationId="{E69E9DF8-42E9-6403-0AAB-AC97FBB00191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90" creationId="{8C82C9A0-A607-FFB4-7A7E-E750E736BF01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94" creationId="{8E30A5C5-BA1E-9BE3-41DF-4B9B67FC7CAB}"/>
          </ac:spMkLst>
        </pc:spChg>
        <pc:spChg chg="add del mod">
          <ac:chgData name="Shuo Li" userId="8a55d936b63ebf2b" providerId="LiveId" clId="{3316FCBD-8C1B-4AEF-8483-03804C6F6B36}" dt="2025-07-31T07:19:14.306" v="2248" actId="21"/>
          <ac:spMkLst>
            <pc:docMk/>
            <pc:sldMk cId="823964145" sldId="257"/>
            <ac:spMk id="96" creationId="{E929A871-257B-0D10-9260-38BF878A2141}"/>
          </ac:spMkLst>
        </pc:spChg>
        <pc:spChg chg="add mod">
          <ac:chgData name="Shuo Li" userId="8a55d936b63ebf2b" providerId="LiveId" clId="{3316FCBD-8C1B-4AEF-8483-03804C6F6B36}" dt="2025-07-31T06:01:26.803" v="1443" actId="1076"/>
          <ac:spMkLst>
            <pc:docMk/>
            <pc:sldMk cId="823964145" sldId="257"/>
            <ac:spMk id="97" creationId="{8A2BB132-CDE3-8931-EA3D-D6DDFD1C4DF7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98" creationId="{79F23B0C-DF60-9558-6C99-21BED6C7E1E8}"/>
          </ac:spMkLst>
        </pc:spChg>
        <pc:spChg chg="add mod">
          <ac:chgData name="Shuo Li" userId="8a55d936b63ebf2b" providerId="LiveId" clId="{3316FCBD-8C1B-4AEF-8483-03804C6F6B36}" dt="2025-07-31T03:46:31.658" v="779"/>
          <ac:spMkLst>
            <pc:docMk/>
            <pc:sldMk cId="823964145" sldId="257"/>
            <ac:spMk id="98" creationId="{D69242A5-4C25-5CFC-3BB2-A09FC9791E9A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100" creationId="{EAF3F0AD-0947-1BD1-4328-302BB418430E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103" creationId="{F48420E0-69B5-75F8-CEEA-40C187A71847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105" creationId="{18C5DF6E-5F43-8ED7-414D-21D9A2EDAC9C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113" creationId="{C64F7712-0271-6FC6-3BC1-68D005BBD3FE}"/>
          </ac:spMkLst>
        </pc:spChg>
        <pc:spChg chg="mod">
          <ac:chgData name="Shuo Li" userId="8a55d936b63ebf2b" providerId="LiveId" clId="{3316FCBD-8C1B-4AEF-8483-03804C6F6B36}" dt="2025-07-31T05:38:15.763" v="1345"/>
          <ac:spMkLst>
            <pc:docMk/>
            <pc:sldMk cId="823964145" sldId="257"/>
            <ac:spMk id="116" creationId="{9A09D0A7-B8AD-5FF8-554C-BABB8381759F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21" creationId="{CC998C95-E9ED-319E-280E-09F175ADFB25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23" creationId="{70EF1064-06A5-BE88-F03A-94E8DAAFA4FE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25" creationId="{9CAF6D8A-66CE-6513-AB98-A02D51CC4DCA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27" creationId="{2C78B95D-D4CE-D44C-8B1B-1A164EBC881A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29" creationId="{3BE6B912-3F23-C943-2DEA-128F2B610D4A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32" creationId="{992FB890-CFC2-F333-F3AC-AA3B07CA26E8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33" creationId="{876CE42B-8DD5-C83B-68CA-195B678EC8F6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34" creationId="{15048FD3-E123-581D-15BA-349EBD8842ED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43" creationId="{A3F24B3D-3AD5-13FD-A795-D72410F2076F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53" creationId="{8241066D-E0FB-00FD-0332-505ED14B9AC5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57" creationId="{0A06BAEC-CDA3-FA70-09BE-EDD0EF2456FA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59" creationId="{E210E440-AC89-9AD5-09C4-9DC596865D90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62" creationId="{B9B20C49-121E-F7C4-061C-B50C384D4A99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65" creationId="{CF5D6AEA-FB4B-4FC1-C1CC-8739D603D43B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66" creationId="{86E27FB4-6242-28EF-7E0A-A38181939940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71" creationId="{5F1BF303-54B4-572F-5B36-155D080735B5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76" creationId="{9C86BC88-A7C4-26BA-4C8A-D9B60BF13F37}"/>
          </ac:spMkLst>
        </pc:spChg>
        <pc:spChg chg="mod">
          <ac:chgData name="Shuo Li" userId="8a55d936b63ebf2b" providerId="LiveId" clId="{3316FCBD-8C1B-4AEF-8483-03804C6F6B36}" dt="2025-07-31T05:40:35.483" v="1355"/>
          <ac:spMkLst>
            <pc:docMk/>
            <pc:sldMk cId="823964145" sldId="257"/>
            <ac:spMk id="178" creationId="{A3F2F056-6B35-B450-ABA6-68D5636AFBD2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80" creationId="{F996D205-8C1E-6E43-73A8-596B046E6818}"/>
          </ac:spMkLst>
        </pc:spChg>
        <pc:spChg chg="del mod">
          <ac:chgData name="Shuo Li" userId="8a55d936b63ebf2b" providerId="LiveId" clId="{3316FCBD-8C1B-4AEF-8483-03804C6F6B36}" dt="2025-07-31T07:48:10.602" v="2710" actId="478"/>
          <ac:spMkLst>
            <pc:docMk/>
            <pc:sldMk cId="823964145" sldId="257"/>
            <ac:spMk id="187" creationId="{03088DBF-DB76-95F6-1948-9FF8D6B4FB66}"/>
          </ac:spMkLst>
        </pc:spChg>
        <pc:spChg chg="del mod">
          <ac:chgData name="Shuo Li" userId="8a55d936b63ebf2b" providerId="LiveId" clId="{3316FCBD-8C1B-4AEF-8483-03804C6F6B36}" dt="2025-07-31T06:29:53.886" v="1554" actId="478"/>
          <ac:spMkLst>
            <pc:docMk/>
            <pc:sldMk cId="823964145" sldId="257"/>
            <ac:spMk id="191" creationId="{E7DF5EA9-5C1B-F046-E668-D040D0E70E05}"/>
          </ac:spMkLst>
        </pc:spChg>
        <pc:spChg chg="add">
          <ac:chgData name="Shuo Li" userId="8a55d936b63ebf2b" providerId="LiveId" clId="{3316FCBD-8C1B-4AEF-8483-03804C6F6B36}" dt="2025-07-31T05:42:08.554" v="1358"/>
          <ac:spMkLst>
            <pc:docMk/>
            <pc:sldMk cId="823964145" sldId="257"/>
            <ac:spMk id="322" creationId="{EFCE9CE2-4915-FB16-E53F-0F3A0795DF1C}"/>
          </ac:spMkLst>
        </pc:spChg>
        <pc:spChg chg="add del mod">
          <ac:chgData name="Shuo Li" userId="8a55d936b63ebf2b" providerId="LiveId" clId="{3316FCBD-8C1B-4AEF-8483-03804C6F6B36}" dt="2025-07-31T05:42:23.398" v="1361" actId="478"/>
          <ac:spMkLst>
            <pc:docMk/>
            <pc:sldMk cId="823964145" sldId="257"/>
            <ac:spMk id="323" creationId="{0A9B55BE-24A5-1EC5-C78E-DA475B4B4EF8}"/>
          </ac:spMkLst>
        </pc:spChg>
        <pc:spChg chg="add mod">
          <ac:chgData name="Shuo Li" userId="8a55d936b63ebf2b" providerId="LiveId" clId="{3316FCBD-8C1B-4AEF-8483-03804C6F6B36}" dt="2025-07-31T06:21:56.413" v="1470"/>
          <ac:spMkLst>
            <pc:docMk/>
            <pc:sldMk cId="823964145" sldId="257"/>
            <ac:spMk id="325" creationId="{3F1FADCB-2E1E-FF09-AD93-3BAD1FC0227C}"/>
          </ac:spMkLst>
        </pc:spChg>
        <pc:spChg chg="add mod">
          <ac:chgData name="Shuo Li" userId="8a55d936b63ebf2b" providerId="LiveId" clId="{3316FCBD-8C1B-4AEF-8483-03804C6F6B36}" dt="2025-07-31T06:21:56.413" v="1470"/>
          <ac:spMkLst>
            <pc:docMk/>
            <pc:sldMk cId="823964145" sldId="257"/>
            <ac:spMk id="326" creationId="{3D3BE6EC-B7E1-2DA4-71F9-C866DF03F66F}"/>
          </ac:spMkLst>
        </pc:spChg>
        <pc:spChg chg="add mod">
          <ac:chgData name="Shuo Li" userId="8a55d936b63ebf2b" providerId="LiveId" clId="{3316FCBD-8C1B-4AEF-8483-03804C6F6B36}" dt="2025-07-31T06:21:56.413" v="1470"/>
          <ac:spMkLst>
            <pc:docMk/>
            <pc:sldMk cId="823964145" sldId="257"/>
            <ac:spMk id="327" creationId="{717384F2-84F7-3736-CC8B-D4EC369E2AE5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46" creationId="{443C4144-7D8E-F7B8-B0F6-B1538BF0C0ED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48" creationId="{099CEAA1-AB08-4F8B-57DF-B1FB4EC702C1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53" creationId="{110B576F-E4C0-A301-675B-5E4D861D5F6D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62" creationId="{8F67C072-2858-046D-585B-1E73C5DD7BED}"/>
          </ac:spMkLst>
        </pc:spChg>
        <pc:spChg chg="add 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76" creationId="{AFDAADCA-1428-1ACF-AB38-4A3E4A1CC751}"/>
          </ac:spMkLst>
        </pc:spChg>
        <pc:spChg chg="del mod">
          <ac:chgData name="Shuo Li" userId="8a55d936b63ebf2b" providerId="LiveId" clId="{3316FCBD-8C1B-4AEF-8483-03804C6F6B36}" dt="2025-07-31T02:18:33.503" v="215" actId="478"/>
          <ac:spMkLst>
            <pc:docMk/>
            <pc:sldMk cId="823964145" sldId="257"/>
            <ac:spMk id="376" creationId="{C6144B22-3D78-7259-FE20-7ED459E1E725}"/>
          </ac:spMkLst>
        </pc:spChg>
        <pc:spChg chg="mod">
          <ac:chgData name="Shuo Li" userId="8a55d936b63ebf2b" providerId="LiveId" clId="{3316FCBD-8C1B-4AEF-8483-03804C6F6B36}" dt="2025-07-31T08:15:01.816" v="2867" actId="14100"/>
          <ac:spMkLst>
            <pc:docMk/>
            <pc:sldMk cId="823964145" sldId="257"/>
            <ac:spMk id="377" creationId="{48BB6FC5-5508-0E59-3D08-87DBA71E3539}"/>
          </ac:spMkLst>
        </pc:spChg>
        <pc:spChg chg="mod">
          <ac:chgData name="Shuo Li" userId="8a55d936b63ebf2b" providerId="LiveId" clId="{3316FCBD-8C1B-4AEF-8483-03804C6F6B36}" dt="2025-07-31T06:56:06.077" v="1801" actId="1076"/>
          <ac:spMkLst>
            <pc:docMk/>
            <pc:sldMk cId="823964145" sldId="257"/>
            <ac:spMk id="382" creationId="{69D8011D-CA05-1A5D-FE85-B3B63D938BF3}"/>
          </ac:spMkLst>
        </pc:spChg>
        <pc:spChg chg="mod">
          <ac:chgData name="Shuo Li" userId="8a55d936b63ebf2b" providerId="LiveId" clId="{3316FCBD-8C1B-4AEF-8483-03804C6F6B36}" dt="2025-07-31T03:38:27.662" v="672" actId="1035"/>
          <ac:spMkLst>
            <pc:docMk/>
            <pc:sldMk cId="823964145" sldId="257"/>
            <ac:spMk id="384" creationId="{AFD35CB5-7DBC-5A48-BF4F-0B21DF988C0C}"/>
          </ac:spMkLst>
        </pc:spChg>
        <pc:spChg chg="mod">
          <ac:chgData name="Shuo Li" userId="8a55d936b63ebf2b" providerId="LiveId" clId="{3316FCBD-8C1B-4AEF-8483-03804C6F6B36}" dt="2025-07-31T07:45:35.701" v="2708" actId="14100"/>
          <ac:spMkLst>
            <pc:docMk/>
            <pc:sldMk cId="823964145" sldId="257"/>
            <ac:spMk id="387" creationId="{8B73B9D8-E202-C56B-D5B6-EE0BFABBEB06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96" creationId="{4FECCB6B-6030-50DF-EE7C-763A4ABD5016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98" creationId="{5261EFF0-7F62-7B9C-AB2D-FDA8C8D769BB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399" creationId="{E847754D-8FD1-4526-2930-D54AE953EA70}"/>
          </ac:spMkLst>
        </pc:spChg>
        <pc:spChg chg="add 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402" creationId="{F7E3CDA2-3665-CCC5-C03C-975FBBEBDD7A}"/>
          </ac:spMkLst>
        </pc:spChg>
        <pc:spChg chg="mod">
          <ac:chgData name="Shuo Li" userId="8a55d936b63ebf2b" providerId="LiveId" clId="{3316FCBD-8C1B-4AEF-8483-03804C6F6B36}" dt="2025-07-31T06:29:47.757" v="1551"/>
          <ac:spMkLst>
            <pc:docMk/>
            <pc:sldMk cId="823964145" sldId="257"/>
            <ac:spMk id="407" creationId="{CFEECECC-959A-3F0E-84E0-11BCD507229B}"/>
          </ac:spMkLst>
        </pc:spChg>
        <pc:spChg chg="add mod">
          <ac:chgData name="Shuo Li" userId="8a55d936b63ebf2b" providerId="LiveId" clId="{3316FCBD-8C1B-4AEF-8483-03804C6F6B36}" dt="2025-07-31T06:31:10.590" v="1558"/>
          <ac:spMkLst>
            <pc:docMk/>
            <pc:sldMk cId="823964145" sldId="257"/>
            <ac:spMk id="415" creationId="{52EF8579-94AB-EE90-7F8E-04304B0D245A}"/>
          </ac:spMkLst>
        </pc:spChg>
        <pc:spChg chg="add del">
          <ac:chgData name="Shuo Li" userId="8a55d936b63ebf2b" providerId="LiveId" clId="{3316FCBD-8C1B-4AEF-8483-03804C6F6B36}" dt="2025-07-31T06:33:18.409" v="1570" actId="478"/>
          <ac:spMkLst>
            <pc:docMk/>
            <pc:sldMk cId="823964145" sldId="257"/>
            <ac:spMk id="417" creationId="{50E15A01-4BA8-76E3-5B3B-E0B083125C1D}"/>
          </ac:spMkLst>
        </pc:spChg>
        <pc:spChg chg="add mod">
          <ac:chgData name="Shuo Li" userId="8a55d936b63ebf2b" providerId="LiveId" clId="{3316FCBD-8C1B-4AEF-8483-03804C6F6B36}" dt="2025-07-31T06:38:21.586" v="1594"/>
          <ac:spMkLst>
            <pc:docMk/>
            <pc:sldMk cId="823964145" sldId="257"/>
            <ac:spMk id="420" creationId="{43211469-D06E-E438-0E41-80B83291A96D}"/>
          </ac:spMkLst>
        </pc:spChg>
        <pc:spChg chg="add mod">
          <ac:chgData name="Shuo Li" userId="8a55d936b63ebf2b" providerId="LiveId" clId="{3316FCBD-8C1B-4AEF-8483-03804C6F6B36}" dt="2025-07-31T06:38:21.586" v="1594"/>
          <ac:spMkLst>
            <pc:docMk/>
            <pc:sldMk cId="823964145" sldId="257"/>
            <ac:spMk id="421" creationId="{0F466929-3C0A-2A2A-581F-9C7DB41BBCCE}"/>
          </ac:spMkLst>
        </pc:spChg>
        <pc:spChg chg="add mod">
          <ac:chgData name="Shuo Li" userId="8a55d936b63ebf2b" providerId="LiveId" clId="{3316FCBD-8C1B-4AEF-8483-03804C6F6B36}" dt="2025-07-31T06:43:14.002" v="1691" actId="1038"/>
          <ac:spMkLst>
            <pc:docMk/>
            <pc:sldMk cId="823964145" sldId="257"/>
            <ac:spMk id="423" creationId="{ECF70B32-84E1-E422-5CC9-B944ACCBB7DB}"/>
          </ac:spMkLst>
        </pc:spChg>
        <pc:spChg chg="add del mod">
          <ac:chgData name="Shuo Li" userId="8a55d936b63ebf2b" providerId="LiveId" clId="{3316FCBD-8C1B-4AEF-8483-03804C6F6B36}" dt="2025-07-31T07:06:02.836" v="2007" actId="21"/>
          <ac:spMkLst>
            <pc:docMk/>
            <pc:sldMk cId="823964145" sldId="257"/>
            <ac:spMk id="425" creationId="{55EC17B2-1550-980F-157C-EB7863402FF0}"/>
          </ac:spMkLst>
        </pc:spChg>
        <pc:spChg chg="add del mod">
          <ac:chgData name="Shuo Li" userId="8a55d936b63ebf2b" providerId="LiveId" clId="{3316FCBD-8C1B-4AEF-8483-03804C6F6B36}" dt="2025-07-31T07:06:02.836" v="2007" actId="21"/>
          <ac:spMkLst>
            <pc:docMk/>
            <pc:sldMk cId="823964145" sldId="257"/>
            <ac:spMk id="426" creationId="{BA39D676-5E63-36B2-DC7F-8AEE4005F186}"/>
          </ac:spMkLst>
        </pc:spChg>
        <pc:spChg chg="add mod">
          <ac:chgData name="Shuo Li" userId="8a55d936b63ebf2b" providerId="LiveId" clId="{3316FCBD-8C1B-4AEF-8483-03804C6F6B36}" dt="2025-07-31T08:06:23.207" v="2751" actId="1035"/>
          <ac:spMkLst>
            <pc:docMk/>
            <pc:sldMk cId="823964145" sldId="257"/>
            <ac:spMk id="433" creationId="{380B2ACD-4751-7B6E-D9AA-A32AA3F277F4}"/>
          </ac:spMkLst>
        </pc:spChg>
        <pc:spChg chg="add del mod">
          <ac:chgData name="Shuo Li" userId="8a55d936b63ebf2b" providerId="LiveId" clId="{3316FCBD-8C1B-4AEF-8483-03804C6F6B36}" dt="2025-07-31T07:06:02.836" v="2007" actId="21"/>
          <ac:spMkLst>
            <pc:docMk/>
            <pc:sldMk cId="823964145" sldId="257"/>
            <ac:spMk id="435" creationId="{447C1999-0022-BD5E-4816-38DCD4B8415E}"/>
          </ac:spMkLst>
        </pc:spChg>
        <pc:spChg chg="mod">
          <ac:chgData name="Shuo Li" userId="8a55d936b63ebf2b" providerId="LiveId" clId="{3316FCBD-8C1B-4AEF-8483-03804C6F6B36}" dt="2025-07-31T06:54:32.470" v="1780"/>
          <ac:spMkLst>
            <pc:docMk/>
            <pc:sldMk cId="823964145" sldId="257"/>
            <ac:spMk id="437" creationId="{B707B0ED-ECD1-841A-021D-9F1458B26015}"/>
          </ac:spMkLst>
        </pc:spChg>
        <pc:spChg chg="mod">
          <ac:chgData name="Shuo Li" userId="8a55d936b63ebf2b" providerId="LiveId" clId="{3316FCBD-8C1B-4AEF-8483-03804C6F6B36}" dt="2025-07-31T06:55:43.015" v="1794" actId="14100"/>
          <ac:spMkLst>
            <pc:docMk/>
            <pc:sldMk cId="823964145" sldId="257"/>
            <ac:spMk id="438" creationId="{F23D9E8C-FFBF-3F59-8152-4E99D043832D}"/>
          </ac:spMkLst>
        </pc:spChg>
        <pc:spChg chg="mod">
          <ac:chgData name="Shuo Li" userId="8a55d936b63ebf2b" providerId="LiveId" clId="{3316FCBD-8C1B-4AEF-8483-03804C6F6B36}" dt="2025-07-31T06:56:28.188" v="1804"/>
          <ac:spMkLst>
            <pc:docMk/>
            <pc:sldMk cId="823964145" sldId="257"/>
            <ac:spMk id="444" creationId="{21B3012A-860B-23B2-84F5-7634D4AA6504}"/>
          </ac:spMkLst>
        </pc:spChg>
        <pc:spChg chg="mod">
          <ac:chgData name="Shuo Li" userId="8a55d936b63ebf2b" providerId="LiveId" clId="{3316FCBD-8C1B-4AEF-8483-03804C6F6B36}" dt="2025-07-31T06:56:28.188" v="1804"/>
          <ac:spMkLst>
            <pc:docMk/>
            <pc:sldMk cId="823964145" sldId="257"/>
            <ac:spMk id="445" creationId="{6E312811-1A31-715D-4A9B-94C266AEA2AB}"/>
          </ac:spMkLst>
        </pc:spChg>
        <pc:spChg chg="add mod">
          <ac:chgData name="Shuo Li" userId="8a55d936b63ebf2b" providerId="LiveId" clId="{3316FCBD-8C1B-4AEF-8483-03804C6F6B36}" dt="2025-07-31T15:30:45.505" v="3572" actId="1037"/>
          <ac:spMkLst>
            <pc:docMk/>
            <pc:sldMk cId="823964145" sldId="257"/>
            <ac:spMk id="450" creationId="{3E57DEA1-A230-23C2-B0A9-B05363348701}"/>
          </ac:spMkLst>
        </pc:spChg>
        <pc:spChg chg="add mod">
          <ac:chgData name="Shuo Li" userId="8a55d936b63ebf2b" providerId="LiveId" clId="{3316FCBD-8C1B-4AEF-8483-03804C6F6B36}" dt="2025-07-31T08:06:30.037" v="2765" actId="1035"/>
          <ac:spMkLst>
            <pc:docMk/>
            <pc:sldMk cId="823964145" sldId="257"/>
            <ac:spMk id="454" creationId="{70BBDD7A-A9C0-C23F-A396-62717E996019}"/>
          </ac:spMkLst>
        </pc:spChg>
        <pc:spChg chg="add mod">
          <ac:chgData name="Shuo Li" userId="8a55d936b63ebf2b" providerId="LiveId" clId="{3316FCBD-8C1B-4AEF-8483-03804C6F6B36}" dt="2025-07-31T07:05:54.113" v="2005"/>
          <ac:spMkLst>
            <pc:docMk/>
            <pc:sldMk cId="823964145" sldId="257"/>
            <ac:spMk id="455" creationId="{485CD1FF-7B0B-8481-0306-8A17E57B9047}"/>
          </ac:spMkLst>
        </pc:spChg>
        <pc:spChg chg="add mod">
          <ac:chgData name="Shuo Li" userId="8a55d936b63ebf2b" providerId="LiveId" clId="{3316FCBD-8C1B-4AEF-8483-03804C6F6B36}" dt="2025-07-31T07:05:54.113" v="2005"/>
          <ac:spMkLst>
            <pc:docMk/>
            <pc:sldMk cId="823964145" sldId="257"/>
            <ac:spMk id="456" creationId="{7D3C454D-702E-7365-D6A4-4A16D5F1749C}"/>
          </ac:spMkLst>
        </pc:spChg>
        <pc:spChg chg="add mod">
          <ac:chgData name="Shuo Li" userId="8a55d936b63ebf2b" providerId="LiveId" clId="{3316FCBD-8C1B-4AEF-8483-03804C6F6B36}" dt="2025-07-31T08:15:56.765" v="3002" actId="20577"/>
          <ac:spMkLst>
            <pc:docMk/>
            <pc:sldMk cId="823964145" sldId="257"/>
            <ac:spMk id="459" creationId="{7F4659C7-781E-1FB6-1A8B-34DDA8E97879}"/>
          </ac:spMkLst>
        </pc:spChg>
        <pc:spChg chg="add mod">
          <ac:chgData name="Shuo Li" userId="8a55d936b63ebf2b" providerId="LiveId" clId="{3316FCBD-8C1B-4AEF-8483-03804C6F6B36}" dt="2025-07-31T15:29:29.043" v="3565" actId="20577"/>
          <ac:spMkLst>
            <pc:docMk/>
            <pc:sldMk cId="823964145" sldId="257"/>
            <ac:spMk id="460" creationId="{BC86A5BB-6665-D47A-1A9D-F4527802C77F}"/>
          </ac:spMkLst>
        </pc:spChg>
        <pc:spChg chg="add mod">
          <ac:chgData name="Shuo Li" userId="8a55d936b63ebf2b" providerId="LiveId" clId="{3316FCBD-8C1B-4AEF-8483-03804C6F6B36}" dt="2025-07-31T07:05:54.113" v="2005"/>
          <ac:spMkLst>
            <pc:docMk/>
            <pc:sldMk cId="823964145" sldId="257"/>
            <ac:spMk id="463" creationId="{3FA0E900-B705-7EA1-6940-320C562DC4C8}"/>
          </ac:spMkLst>
        </pc:spChg>
        <pc:spChg chg="add">
          <ac:chgData name="Shuo Li" userId="8a55d936b63ebf2b" providerId="LiveId" clId="{3316FCBD-8C1B-4AEF-8483-03804C6F6B36}" dt="2025-07-31T07:14:29.870" v="2133"/>
          <ac:spMkLst>
            <pc:docMk/>
            <pc:sldMk cId="823964145" sldId="257"/>
            <ac:spMk id="469" creationId="{77BD956D-2E20-36EA-0919-91FA789BD924}"/>
          </ac:spMkLst>
        </pc:spChg>
        <pc:spChg chg="add mod">
          <ac:chgData name="Shuo Li" userId="8a55d936b63ebf2b" providerId="LiveId" clId="{3316FCBD-8C1B-4AEF-8483-03804C6F6B36}" dt="2025-07-31T15:20:59.317" v="3385"/>
          <ac:spMkLst>
            <pc:docMk/>
            <pc:sldMk cId="823964145" sldId="257"/>
            <ac:spMk id="472" creationId="{8B5F5A6B-2241-1DF4-DC9D-3BCC9D519D9D}"/>
          </ac:spMkLst>
        </pc:spChg>
        <pc:spChg chg="add mod">
          <ac:chgData name="Shuo Li" userId="8a55d936b63ebf2b" providerId="LiveId" clId="{3316FCBD-8C1B-4AEF-8483-03804C6F6B36}" dt="2025-07-31T07:21:10.734" v="2271"/>
          <ac:spMkLst>
            <pc:docMk/>
            <pc:sldMk cId="823964145" sldId="257"/>
            <ac:spMk id="473" creationId="{E309C2B0-5A55-1CCE-FA43-F9D592B3AD08}"/>
          </ac:spMkLst>
        </pc:spChg>
        <pc:spChg chg="add del mod">
          <ac:chgData name="Shuo Li" userId="8a55d936b63ebf2b" providerId="LiveId" clId="{3316FCBD-8C1B-4AEF-8483-03804C6F6B36}" dt="2025-07-31T07:22:42.642" v="2311" actId="21"/>
          <ac:spMkLst>
            <pc:docMk/>
            <pc:sldMk cId="823964145" sldId="257"/>
            <ac:spMk id="475" creationId="{0311245F-2F2C-26DF-826B-A97E44BCA81B}"/>
          </ac:spMkLst>
        </pc:spChg>
        <pc:spChg chg="add mod">
          <ac:chgData name="Shuo Li" userId="8a55d936b63ebf2b" providerId="LiveId" clId="{3316FCBD-8C1B-4AEF-8483-03804C6F6B36}" dt="2025-07-31T15:22:17.765" v="3400"/>
          <ac:spMkLst>
            <pc:docMk/>
            <pc:sldMk cId="823964145" sldId="257"/>
            <ac:spMk id="476" creationId="{7FEBC51E-66D9-CDDD-021B-4391F144EF41}"/>
          </ac:spMkLst>
        </pc:spChg>
        <pc:spChg chg="add mod">
          <ac:chgData name="Shuo Li" userId="8a55d936b63ebf2b" providerId="LiveId" clId="{3316FCBD-8C1B-4AEF-8483-03804C6F6B36}" dt="2025-07-31T07:22:43.563" v="2312"/>
          <ac:spMkLst>
            <pc:docMk/>
            <pc:sldMk cId="823964145" sldId="257"/>
            <ac:spMk id="477" creationId="{0311245F-2F2C-26DF-826B-A97E44BCA81B}"/>
          </ac:spMkLst>
        </pc:spChg>
        <pc:spChg chg="add mod">
          <ac:chgData name="Shuo Li" userId="8a55d936b63ebf2b" providerId="LiveId" clId="{3316FCBD-8C1B-4AEF-8483-03804C6F6B36}" dt="2025-07-31T15:23:28.245" v="3415"/>
          <ac:spMkLst>
            <pc:docMk/>
            <pc:sldMk cId="823964145" sldId="257"/>
            <ac:spMk id="479" creationId="{5CDA7FF5-DD9B-E0F5-B9E6-B0DD2AD739CF}"/>
          </ac:spMkLst>
        </pc:spChg>
        <pc:spChg chg="add mod">
          <ac:chgData name="Shuo Li" userId="8a55d936b63ebf2b" providerId="LiveId" clId="{3316FCBD-8C1B-4AEF-8483-03804C6F6B36}" dt="2025-07-31T15:32:43.430" v="3606"/>
          <ac:spMkLst>
            <pc:docMk/>
            <pc:sldMk cId="823964145" sldId="257"/>
            <ac:spMk id="482" creationId="{F3A72A23-7962-BC7D-F783-4084CD66BF0A}"/>
          </ac:spMkLst>
        </pc:spChg>
        <pc:spChg chg="add mod">
          <ac:chgData name="Shuo Li" userId="8a55d936b63ebf2b" providerId="LiveId" clId="{3316FCBD-8C1B-4AEF-8483-03804C6F6B36}" dt="2025-07-31T15:34:50.028" v="3633"/>
          <ac:spMkLst>
            <pc:docMk/>
            <pc:sldMk cId="823964145" sldId="257"/>
            <ac:spMk id="485" creationId="{8C35C923-F650-AB1D-AD85-DDE2D0BC333D}"/>
          </ac:spMkLst>
        </pc:spChg>
        <pc:spChg chg="add mod">
          <ac:chgData name="Shuo Li" userId="8a55d936b63ebf2b" providerId="LiveId" clId="{3316FCBD-8C1B-4AEF-8483-03804C6F6B36}" dt="2025-07-31T08:31:05.587" v="3059" actId="1035"/>
          <ac:spMkLst>
            <pc:docMk/>
            <pc:sldMk cId="823964145" sldId="257"/>
            <ac:spMk id="489" creationId="{EA174BD9-131C-3B44-F1A6-604036EB8DF4}"/>
          </ac:spMkLst>
        </pc:spChg>
        <pc:spChg chg="add mod">
          <ac:chgData name="Shuo Li" userId="8a55d936b63ebf2b" providerId="LiveId" clId="{3316FCBD-8C1B-4AEF-8483-03804C6F6B36}" dt="2025-07-31T07:26:25.696" v="2531"/>
          <ac:spMkLst>
            <pc:docMk/>
            <pc:sldMk cId="823964145" sldId="257"/>
            <ac:spMk id="490" creationId="{00000000-0000-0000-0000-000000000000}"/>
          </ac:spMkLst>
        </pc:spChg>
        <pc:spChg chg="add del">
          <ac:chgData name="Shuo Li" userId="8a55d936b63ebf2b" providerId="LiveId" clId="{3316FCBD-8C1B-4AEF-8483-03804C6F6B36}" dt="2025-07-31T07:31:41.308" v="2613" actId="22"/>
          <ac:spMkLst>
            <pc:docMk/>
            <pc:sldMk cId="823964145" sldId="257"/>
            <ac:spMk id="496" creationId="{9C1A0344-05F4-5D8A-0BFE-531B6782C0F2}"/>
          </ac:spMkLst>
        </pc:spChg>
        <pc:spChg chg="add mod">
          <ac:chgData name="Shuo Li" userId="8a55d936b63ebf2b" providerId="LiveId" clId="{3316FCBD-8C1B-4AEF-8483-03804C6F6B36}" dt="2025-07-31T07:33:47.170" v="2673" actId="14100"/>
          <ac:spMkLst>
            <pc:docMk/>
            <pc:sldMk cId="823964145" sldId="257"/>
            <ac:spMk id="497" creationId="{39974F04-A768-E439-F6CA-A94150753B44}"/>
          </ac:spMkLst>
        </pc:spChg>
        <pc:spChg chg="add mod">
          <ac:chgData name="Shuo Li" userId="8a55d936b63ebf2b" providerId="LiveId" clId="{3316FCBD-8C1B-4AEF-8483-03804C6F6B36}" dt="2025-07-31T07:31:54.174" v="2616"/>
          <ac:spMkLst>
            <pc:docMk/>
            <pc:sldMk cId="823964145" sldId="257"/>
            <ac:spMk id="498" creationId="{4F961800-C92E-D985-2575-5C1185743B11}"/>
          </ac:spMkLst>
        </pc:spChg>
        <pc:grpChg chg="del">
          <ac:chgData name="Shuo Li" userId="8a55d936b63ebf2b" providerId="LiveId" clId="{3316FCBD-8C1B-4AEF-8483-03804C6F6B36}" dt="2025-07-31T05:38:18.523" v="1346" actId="478"/>
          <ac:grpSpMkLst>
            <pc:docMk/>
            <pc:sldMk cId="823964145" sldId="257"/>
            <ac:grpSpMk id="70" creationId="{8150B68E-E285-223C-2DA7-F288D6F8AA2E}"/>
          </ac:grpSpMkLst>
        </pc:grpChg>
        <pc:grpChg chg="add del mod">
          <ac:chgData name="Shuo Li" userId="8a55d936b63ebf2b" providerId="LiveId" clId="{3316FCBD-8C1B-4AEF-8483-03804C6F6B36}" dt="2025-07-31T06:56:54.181" v="1814" actId="478"/>
          <ac:grpSpMkLst>
            <pc:docMk/>
            <pc:sldMk cId="823964145" sldId="257"/>
            <ac:grpSpMk id="436" creationId="{ED23437B-CEE5-C2A4-BC51-0C07029D97A7}"/>
          </ac:grpSpMkLst>
        </pc:grpChg>
        <pc:grpChg chg="add mod">
          <ac:chgData name="Shuo Li" userId="8a55d936b63ebf2b" providerId="LiveId" clId="{3316FCBD-8C1B-4AEF-8483-03804C6F6B36}" dt="2025-07-31T06:56:28.188" v="1804"/>
          <ac:grpSpMkLst>
            <pc:docMk/>
            <pc:sldMk cId="823964145" sldId="257"/>
            <ac:grpSpMk id="443" creationId="{7DDA955E-A376-0B27-E6FC-7F26CB3FDE83}"/>
          </ac:grpSpMkLst>
        </pc:grpChg>
        <pc:graphicFrameChg chg="add del mod">
          <ac:chgData name="Shuo Li" userId="8a55d936b63ebf2b" providerId="LiveId" clId="{3316FCBD-8C1B-4AEF-8483-03804C6F6B36}" dt="2025-07-31T03:22:10.959" v="530" actId="478"/>
          <ac:graphicFrameMkLst>
            <pc:docMk/>
            <pc:sldMk cId="823964145" sldId="257"/>
            <ac:graphicFrameMk id="90" creationId="{82D0D849-0683-D6AC-0469-14C0B929FE08}"/>
          </ac:graphicFrameMkLst>
        </pc:graphicFrameChg>
        <pc:picChg chg="mod">
          <ac:chgData name="Shuo Li" userId="8a55d936b63ebf2b" providerId="LiveId" clId="{3316FCBD-8C1B-4AEF-8483-03804C6F6B36}" dt="2025-07-31T08:07:00.995" v="2786" actId="1035"/>
          <ac:picMkLst>
            <pc:docMk/>
            <pc:sldMk cId="823964145" sldId="257"/>
            <ac:picMk id="3" creationId="{43871771-014C-2A60-8DFC-C008D8F453DA}"/>
          </ac:picMkLst>
        </pc:picChg>
        <pc:picChg chg="mod">
          <ac:chgData name="Shuo Li" userId="8a55d936b63ebf2b" providerId="LiveId" clId="{3316FCBD-8C1B-4AEF-8483-03804C6F6B36}" dt="2025-07-31T02:23:19.873" v="235" actId="14100"/>
          <ac:picMkLst>
            <pc:docMk/>
            <pc:sldMk cId="823964145" sldId="257"/>
            <ac:picMk id="64" creationId="{253CC961-A51E-1755-450D-8C015B0DC088}"/>
          </ac:picMkLst>
        </pc:picChg>
        <pc:picChg chg="mod">
          <ac:chgData name="Shuo Li" userId="8a55d936b63ebf2b" providerId="LiveId" clId="{3316FCBD-8C1B-4AEF-8483-03804C6F6B36}" dt="2025-07-31T02:23:19.873" v="235" actId="14100"/>
          <ac:picMkLst>
            <pc:docMk/>
            <pc:sldMk cId="823964145" sldId="257"/>
            <ac:picMk id="65" creationId="{51FCC587-E48B-2C4B-3578-B72A41C0EE7C}"/>
          </ac:picMkLst>
        </pc:picChg>
        <pc:picChg chg="add del">
          <ac:chgData name="Shuo Li" userId="8a55d936b63ebf2b" providerId="LiveId" clId="{3316FCBD-8C1B-4AEF-8483-03804C6F6B36}" dt="2025-07-31T01:30:21" v="95" actId="478"/>
          <ac:picMkLst>
            <pc:docMk/>
            <pc:sldMk cId="823964145" sldId="257"/>
            <ac:picMk id="67" creationId="{E125A546-71BE-9C21-11B6-8E672E5C7C82}"/>
          </ac:picMkLst>
        </pc:picChg>
        <pc:picChg chg="add del mod">
          <ac:chgData name="Shuo Li" userId="8a55d936b63ebf2b" providerId="LiveId" clId="{3316FCBD-8C1B-4AEF-8483-03804C6F6B36}" dt="2025-07-31T02:11:44.769" v="159" actId="478"/>
          <ac:picMkLst>
            <pc:docMk/>
            <pc:sldMk cId="823964145" sldId="257"/>
            <ac:picMk id="68" creationId="{6EC83EC7-333E-0ABA-44B7-5163A7CE0D2C}"/>
          </ac:picMkLst>
        </pc:picChg>
        <pc:picChg chg="add mod modCrop">
          <ac:chgData name="Shuo Li" userId="8a55d936b63ebf2b" providerId="LiveId" clId="{3316FCBD-8C1B-4AEF-8483-03804C6F6B36}" dt="2025-07-31T15:40:04.925" v="3648" actId="732"/>
          <ac:picMkLst>
            <pc:docMk/>
            <pc:sldMk cId="823964145" sldId="257"/>
            <ac:picMk id="68" creationId="{C7B0CA21-DF09-093B-FA1F-E3DEFB2C740E}"/>
          </ac:picMkLst>
        </pc:picChg>
        <pc:picChg chg="add del mod">
          <ac:chgData name="Shuo Li" userId="8a55d936b63ebf2b" providerId="LiveId" clId="{3316FCBD-8C1B-4AEF-8483-03804C6F6B36}" dt="2025-07-31T05:37:46.126" v="1341" actId="478"/>
          <ac:picMkLst>
            <pc:docMk/>
            <pc:sldMk cId="823964145" sldId="257"/>
            <ac:picMk id="69" creationId="{433BAE0A-22D5-5CF0-5BBE-5932F9EBCC0C}"/>
          </ac:picMkLst>
        </pc:picChg>
        <pc:picChg chg="add del mod">
          <ac:chgData name="Shuo Li" userId="8a55d936b63ebf2b" providerId="LiveId" clId="{3316FCBD-8C1B-4AEF-8483-03804C6F6B36}" dt="2025-07-31T02:14:10.949" v="186" actId="478"/>
          <ac:picMkLst>
            <pc:docMk/>
            <pc:sldMk cId="823964145" sldId="257"/>
            <ac:picMk id="70" creationId="{140E33EE-8BEF-C1EB-A6C8-68D9FC69C5C0}"/>
          </ac:picMkLst>
        </pc:picChg>
        <pc:picChg chg="mod">
          <ac:chgData name="Shuo Li" userId="8a55d936b63ebf2b" providerId="LiveId" clId="{3316FCBD-8C1B-4AEF-8483-03804C6F6B36}" dt="2025-07-31T07:32:11.475" v="2619" actId="1076"/>
          <ac:picMkLst>
            <pc:docMk/>
            <pc:sldMk cId="823964145" sldId="257"/>
            <ac:picMk id="71" creationId="{9C5C9E52-AF64-1C38-5E96-C9C71C7234D6}"/>
          </ac:picMkLst>
        </pc:picChg>
        <pc:picChg chg="add del mod">
          <ac:chgData name="Shuo Li" userId="8a55d936b63ebf2b" providerId="LiveId" clId="{3316FCBD-8C1B-4AEF-8483-03804C6F6B36}" dt="2025-07-31T03:21:41.381" v="527" actId="478"/>
          <ac:picMkLst>
            <pc:docMk/>
            <pc:sldMk cId="823964145" sldId="257"/>
            <ac:picMk id="74" creationId="{7DB9BCDA-2850-4B2C-2EAB-0EB6D9AD5B81}"/>
          </ac:picMkLst>
        </pc:picChg>
        <pc:picChg chg="add del mod ord">
          <ac:chgData name="Shuo Li" userId="8a55d936b63ebf2b" providerId="LiveId" clId="{3316FCBD-8C1B-4AEF-8483-03804C6F6B36}" dt="2025-07-31T05:42:07.473" v="1357" actId="478"/>
          <ac:picMkLst>
            <pc:docMk/>
            <pc:sldMk cId="823964145" sldId="257"/>
            <ac:picMk id="75" creationId="{9B9CDF44-F48B-E643-BC62-D29E72E45018}"/>
          </ac:picMkLst>
        </pc:picChg>
        <pc:picChg chg="add del mod">
          <ac:chgData name="Shuo Li" userId="8a55d936b63ebf2b" providerId="LiveId" clId="{3316FCBD-8C1B-4AEF-8483-03804C6F6B36}" dt="2025-07-31T02:13:57.906" v="185" actId="478"/>
          <ac:picMkLst>
            <pc:docMk/>
            <pc:sldMk cId="823964145" sldId="257"/>
            <ac:picMk id="76" creationId="{3734C71D-FCE9-7E67-512B-CEA0C636987D}"/>
          </ac:picMkLst>
        </pc:picChg>
        <pc:picChg chg="add del mod">
          <ac:chgData name="Shuo Li" userId="8a55d936b63ebf2b" providerId="LiveId" clId="{3316FCBD-8C1B-4AEF-8483-03804C6F6B36}" dt="2025-07-31T05:37:47.831" v="1343" actId="478"/>
          <ac:picMkLst>
            <pc:docMk/>
            <pc:sldMk cId="823964145" sldId="257"/>
            <ac:picMk id="77" creationId="{E3E3B84A-8C26-CF43-0B13-997D95DC1549}"/>
          </ac:picMkLst>
        </pc:picChg>
        <pc:picChg chg="add del mod">
          <ac:chgData name="Shuo Li" userId="8a55d936b63ebf2b" providerId="LiveId" clId="{3316FCBD-8C1B-4AEF-8483-03804C6F6B36}" dt="2025-07-31T03:20:57.028" v="497" actId="478"/>
          <ac:picMkLst>
            <pc:docMk/>
            <pc:sldMk cId="823964145" sldId="257"/>
            <ac:picMk id="78" creationId="{1DBF3C95-DA40-6FC5-6A6C-E1E41FA0F53C}"/>
          </ac:picMkLst>
        </pc:picChg>
        <pc:picChg chg="add del mod">
          <ac:chgData name="Shuo Li" userId="8a55d936b63ebf2b" providerId="LiveId" clId="{3316FCBD-8C1B-4AEF-8483-03804C6F6B36}" dt="2025-07-31T07:10:21.289" v="2108" actId="478"/>
          <ac:picMkLst>
            <pc:docMk/>
            <pc:sldMk cId="823964145" sldId="257"/>
            <ac:picMk id="81" creationId="{920E4F37-3C69-C4C7-E99B-89F0CAF20CE3}"/>
          </ac:picMkLst>
        </pc:picChg>
        <pc:picChg chg="add del mod">
          <ac:chgData name="Shuo Li" userId="8a55d936b63ebf2b" providerId="LiveId" clId="{3316FCBD-8C1B-4AEF-8483-03804C6F6B36}" dt="2025-07-31T02:48:00.470" v="408" actId="478"/>
          <ac:picMkLst>
            <pc:docMk/>
            <pc:sldMk cId="823964145" sldId="257"/>
            <ac:picMk id="83" creationId="{6CB89EF2-663A-17EF-E5F1-86EDF7B4E5D0}"/>
          </ac:picMkLst>
        </pc:picChg>
        <pc:picChg chg="add del mod">
          <ac:chgData name="Shuo Li" userId="8a55d936b63ebf2b" providerId="LiveId" clId="{3316FCBD-8C1B-4AEF-8483-03804C6F6B36}" dt="2025-07-31T15:08:02.461" v="3273" actId="478"/>
          <ac:picMkLst>
            <pc:docMk/>
            <pc:sldMk cId="823964145" sldId="257"/>
            <ac:picMk id="84" creationId="{E511C681-51BB-F5E5-168C-67E3A76381B1}"/>
          </ac:picMkLst>
        </pc:picChg>
        <pc:picChg chg="add del mod">
          <ac:chgData name="Shuo Li" userId="8a55d936b63ebf2b" providerId="LiveId" clId="{3316FCBD-8C1B-4AEF-8483-03804C6F6B36}" dt="2025-07-31T03:16:02.132" v="451" actId="478"/>
          <ac:picMkLst>
            <pc:docMk/>
            <pc:sldMk cId="823964145" sldId="257"/>
            <ac:picMk id="86" creationId="{7CEC7771-3D64-1BEC-C57F-F26FFEEC77A5}"/>
          </ac:picMkLst>
        </pc:picChg>
        <pc:picChg chg="add del mod modCrop">
          <ac:chgData name="Shuo Li" userId="8a55d936b63ebf2b" providerId="LiveId" clId="{3316FCBD-8C1B-4AEF-8483-03804C6F6B36}" dt="2025-07-31T03:16:45.103" v="463" actId="478"/>
          <ac:picMkLst>
            <pc:docMk/>
            <pc:sldMk cId="823964145" sldId="257"/>
            <ac:picMk id="87" creationId="{A9E370FA-6C82-04FC-1E95-DD993AA120CA}"/>
          </ac:picMkLst>
        </pc:picChg>
        <pc:picChg chg="add del mod modCrop">
          <ac:chgData name="Shuo Li" userId="8a55d936b63ebf2b" providerId="LiveId" clId="{3316FCBD-8C1B-4AEF-8483-03804C6F6B36}" dt="2025-07-31T07:27:45.258" v="2555" actId="478"/>
          <ac:picMkLst>
            <pc:docMk/>
            <pc:sldMk cId="823964145" sldId="257"/>
            <ac:picMk id="88" creationId="{7F8A4F0D-512D-FB1A-6E09-F462A1727745}"/>
          </ac:picMkLst>
        </pc:picChg>
        <pc:picChg chg="add del mod modCrop">
          <ac:chgData name="Shuo Li" userId="8a55d936b63ebf2b" providerId="LiveId" clId="{3316FCBD-8C1B-4AEF-8483-03804C6F6B36}" dt="2025-07-31T07:08:39.561" v="2089" actId="478"/>
          <ac:picMkLst>
            <pc:docMk/>
            <pc:sldMk cId="823964145" sldId="257"/>
            <ac:picMk id="89" creationId="{4855641F-E9C5-3BFC-8DB5-A3C4562F44C1}"/>
          </ac:picMkLst>
        </pc:picChg>
        <pc:picChg chg="add mod">
          <ac:chgData name="Shuo Li" userId="8a55d936b63ebf2b" providerId="LiveId" clId="{3316FCBD-8C1B-4AEF-8483-03804C6F6B36}" dt="2025-07-31T15:35:24.633" v="3643" actId="1076"/>
          <ac:picMkLst>
            <pc:docMk/>
            <pc:sldMk cId="823964145" sldId="257"/>
            <ac:picMk id="91" creationId="{833584D0-EF60-1CF5-DBE0-8F96DAF32BB5}"/>
          </ac:picMkLst>
        </pc:picChg>
        <pc:picChg chg="add del mod">
          <ac:chgData name="Shuo Li" userId="8a55d936b63ebf2b" providerId="LiveId" clId="{3316FCBD-8C1B-4AEF-8483-03804C6F6B36}" dt="2025-07-31T05:37:46.126" v="1341" actId="478"/>
          <ac:picMkLst>
            <pc:docMk/>
            <pc:sldMk cId="823964145" sldId="257"/>
            <ac:picMk id="92" creationId="{B847C5A8-0997-4A99-FFD0-4D9630795683}"/>
          </ac:picMkLst>
        </pc:picChg>
        <pc:picChg chg="add del mod">
          <ac:chgData name="Shuo Li" userId="8a55d936b63ebf2b" providerId="LiveId" clId="{3316FCBD-8C1B-4AEF-8483-03804C6F6B36}" dt="2025-07-31T03:31:02.906" v="630" actId="478"/>
          <ac:picMkLst>
            <pc:docMk/>
            <pc:sldMk cId="823964145" sldId="257"/>
            <ac:picMk id="93" creationId="{4B4B17C8-0107-BFCC-5B07-814159F6ECB9}"/>
          </ac:picMkLst>
        </pc:picChg>
        <pc:picChg chg="add del mod">
          <ac:chgData name="Shuo Li" userId="8a55d936b63ebf2b" providerId="LiveId" clId="{3316FCBD-8C1B-4AEF-8483-03804C6F6B36}" dt="2025-07-31T03:32:07.028" v="634" actId="478"/>
          <ac:picMkLst>
            <pc:docMk/>
            <pc:sldMk cId="823964145" sldId="257"/>
            <ac:picMk id="94" creationId="{45AF2661-99AF-52A3-8C57-46D840FD51D7}"/>
          </ac:picMkLst>
        </pc:picChg>
        <pc:picChg chg="add del mod">
          <ac:chgData name="Shuo Li" userId="8a55d936b63ebf2b" providerId="LiveId" clId="{3316FCBD-8C1B-4AEF-8483-03804C6F6B36}" dt="2025-07-31T07:18:17.854" v="2243" actId="478"/>
          <ac:picMkLst>
            <pc:docMk/>
            <pc:sldMk cId="823964145" sldId="257"/>
            <ac:picMk id="95" creationId="{F61C5B1C-A5EF-99DF-76A8-846528579539}"/>
          </ac:picMkLst>
        </pc:picChg>
        <pc:picChg chg="add mod ord">
          <ac:chgData name="Shuo Li" userId="8a55d936b63ebf2b" providerId="LiveId" clId="{3316FCBD-8C1B-4AEF-8483-03804C6F6B36}" dt="2025-07-31T07:26:39.877" v="2536" actId="1076"/>
          <ac:picMkLst>
            <pc:docMk/>
            <pc:sldMk cId="823964145" sldId="257"/>
            <ac:picMk id="118" creationId="{424B0C40-98CD-F89B-F1DB-501DEC00086E}"/>
          </ac:picMkLst>
        </pc:picChg>
        <pc:picChg chg="add del mod">
          <ac:chgData name="Shuo Li" userId="8a55d936b63ebf2b" providerId="LiveId" clId="{3316FCBD-8C1B-4AEF-8483-03804C6F6B36}" dt="2025-07-31T06:54:36.223" v="1782" actId="478"/>
          <ac:picMkLst>
            <pc:docMk/>
            <pc:sldMk cId="823964145" sldId="257"/>
            <ac:picMk id="119" creationId="{9C6D353E-238B-31A4-07FB-10D814643353}"/>
          </ac:picMkLst>
        </pc:picChg>
        <pc:picChg chg="del mod">
          <ac:chgData name="Shuo Li" userId="8a55d936b63ebf2b" providerId="LiveId" clId="{3316FCBD-8C1B-4AEF-8483-03804C6F6B36}" dt="2025-07-31T07:48:10.602" v="2710" actId="478"/>
          <ac:picMkLst>
            <pc:docMk/>
            <pc:sldMk cId="823964145" sldId="257"/>
            <ac:picMk id="185" creationId="{0F27D09C-8DC5-8AEA-3FAE-463C8C854AFD}"/>
          </ac:picMkLst>
        </pc:picChg>
        <pc:picChg chg="del mod">
          <ac:chgData name="Shuo Li" userId="8a55d936b63ebf2b" providerId="LiveId" clId="{3316FCBD-8C1B-4AEF-8483-03804C6F6B36}" dt="2025-07-31T07:48:05.744" v="2709" actId="478"/>
          <ac:picMkLst>
            <pc:docMk/>
            <pc:sldMk cId="823964145" sldId="257"/>
            <ac:picMk id="186" creationId="{A2E714E2-131B-2892-0FCC-D8AB4C117C90}"/>
          </ac:picMkLst>
        </pc:picChg>
        <pc:picChg chg="add del mod ord">
          <ac:chgData name="Shuo Li" userId="8a55d936b63ebf2b" providerId="LiveId" clId="{3316FCBD-8C1B-4AEF-8483-03804C6F6B36}" dt="2025-07-31T06:30:46.675" v="1557" actId="478"/>
          <ac:picMkLst>
            <pc:docMk/>
            <pc:sldMk cId="823964145" sldId="257"/>
            <ac:picMk id="324" creationId="{72A931D2-2B16-8AE6-DD19-7B8B005C4C98}"/>
          </ac:picMkLst>
        </pc:picChg>
        <pc:picChg chg="add del mod">
          <ac:chgData name="Shuo Li" userId="8a55d936b63ebf2b" providerId="LiveId" clId="{3316FCBD-8C1B-4AEF-8483-03804C6F6B36}" dt="2025-07-31T07:24:52.240" v="2489" actId="478"/>
          <ac:picMkLst>
            <pc:docMk/>
            <pc:sldMk cId="823964145" sldId="257"/>
            <ac:picMk id="328" creationId="{B0F263B5-D793-AB61-1D06-1259B0934F89}"/>
          </ac:picMkLst>
        </pc:picChg>
        <pc:picChg chg="add del mod">
          <ac:chgData name="Shuo Li" userId="8a55d936b63ebf2b" providerId="LiveId" clId="{3316FCBD-8C1B-4AEF-8483-03804C6F6B36}" dt="2025-07-31T06:25:31.648" v="1534" actId="478"/>
          <ac:picMkLst>
            <pc:docMk/>
            <pc:sldMk cId="823964145" sldId="257"/>
            <ac:picMk id="330" creationId="{DC098F94-BEAB-11D4-E6F0-6972FD9DF3DB}"/>
          </ac:picMkLst>
        </pc:picChg>
        <pc:picChg chg="add mod">
          <ac:chgData name="Shuo Li" userId="8a55d936b63ebf2b" providerId="LiveId" clId="{3316FCBD-8C1B-4AEF-8483-03804C6F6B36}" dt="2025-07-31T06:43:14.002" v="1691" actId="1038"/>
          <ac:picMkLst>
            <pc:docMk/>
            <pc:sldMk cId="823964145" sldId="257"/>
            <ac:picMk id="331" creationId="{E077884A-408B-3E47-E4AE-2D7A1BCE1E87}"/>
          </ac:picMkLst>
        </pc:picChg>
        <pc:picChg chg="add del mod ord">
          <ac:chgData name="Shuo Li" userId="8a55d936b63ebf2b" providerId="LiveId" clId="{3316FCBD-8C1B-4AEF-8483-03804C6F6B36}" dt="2025-07-31T06:28:22.135" v="1542" actId="478"/>
          <ac:picMkLst>
            <pc:docMk/>
            <pc:sldMk cId="823964145" sldId="257"/>
            <ac:picMk id="332" creationId="{2D88C6A7-C161-2310-D785-DC261E668874}"/>
          </ac:picMkLst>
        </pc:picChg>
        <pc:picChg chg="add mod">
          <ac:chgData name="Shuo Li" userId="8a55d936b63ebf2b" providerId="LiveId" clId="{3316FCBD-8C1B-4AEF-8483-03804C6F6B36}" dt="2025-07-31T06:43:14.002" v="1691" actId="1038"/>
          <ac:picMkLst>
            <pc:docMk/>
            <pc:sldMk cId="823964145" sldId="257"/>
            <ac:picMk id="333" creationId="{11172AE2-4B63-896A-771C-A82271B261BB}"/>
          </ac:picMkLst>
        </pc:picChg>
        <pc:picChg chg="mod">
          <ac:chgData name="Shuo Li" userId="8a55d936b63ebf2b" providerId="LiveId" clId="{3316FCBD-8C1B-4AEF-8483-03804C6F6B36}" dt="2025-07-31T02:23:28.645" v="238" actId="14100"/>
          <ac:picMkLst>
            <pc:docMk/>
            <pc:sldMk cId="823964145" sldId="257"/>
            <ac:picMk id="378" creationId="{977F767D-8802-D7B5-7A2A-A239E395B61F}"/>
          </ac:picMkLst>
        </pc:picChg>
        <pc:picChg chg="mod">
          <ac:chgData name="Shuo Li" userId="8a55d936b63ebf2b" providerId="LiveId" clId="{3316FCBD-8C1B-4AEF-8483-03804C6F6B36}" dt="2025-07-31T15:15:18.794" v="3328" actId="1076"/>
          <ac:picMkLst>
            <pc:docMk/>
            <pc:sldMk cId="823964145" sldId="257"/>
            <ac:picMk id="379" creationId="{18D7D93A-58E2-93D9-7E59-4446E7C9D21E}"/>
          </ac:picMkLst>
        </pc:picChg>
        <pc:picChg chg="mod">
          <ac:chgData name="Shuo Li" userId="8a55d936b63ebf2b" providerId="LiveId" clId="{3316FCBD-8C1B-4AEF-8483-03804C6F6B36}" dt="2025-07-31T03:38:27.662" v="672" actId="1035"/>
          <ac:picMkLst>
            <pc:docMk/>
            <pc:sldMk cId="823964145" sldId="257"/>
            <ac:picMk id="383" creationId="{D385D65F-B42E-964C-F911-5B10E911259F}"/>
          </ac:picMkLst>
        </pc:picChg>
        <pc:picChg chg="mod">
          <ac:chgData name="Shuo Li" userId="8a55d936b63ebf2b" providerId="LiveId" clId="{3316FCBD-8C1B-4AEF-8483-03804C6F6B36}" dt="2025-07-31T07:33:56.929" v="2686" actId="1035"/>
          <ac:picMkLst>
            <pc:docMk/>
            <pc:sldMk cId="823964145" sldId="257"/>
            <ac:picMk id="386" creationId="{469A982F-F916-9248-0687-15463AF0D69C}"/>
          </ac:picMkLst>
        </pc:picChg>
        <pc:picChg chg="add del mod">
          <ac:chgData name="Shuo Li" userId="8a55d936b63ebf2b" providerId="LiveId" clId="{3316FCBD-8C1B-4AEF-8483-03804C6F6B36}" dt="2025-07-31T06:41:02.200" v="1633" actId="478"/>
          <ac:picMkLst>
            <pc:docMk/>
            <pc:sldMk cId="823964145" sldId="257"/>
            <ac:picMk id="413" creationId="{664263DE-7339-7280-E0C3-541692555922}"/>
          </ac:picMkLst>
        </pc:picChg>
        <pc:picChg chg="add mod">
          <ac:chgData name="Shuo Li" userId="8a55d936b63ebf2b" providerId="LiveId" clId="{3316FCBD-8C1B-4AEF-8483-03804C6F6B36}" dt="2025-07-31T06:31:10.590" v="1558"/>
          <ac:picMkLst>
            <pc:docMk/>
            <pc:sldMk cId="823964145" sldId="257"/>
            <ac:picMk id="414" creationId="{D2CD153E-1363-B59C-7BBC-C78FE886A126}"/>
          </ac:picMkLst>
        </pc:picChg>
        <pc:picChg chg="add del mod">
          <ac:chgData name="Shuo Li" userId="8a55d936b63ebf2b" providerId="LiveId" clId="{3316FCBD-8C1B-4AEF-8483-03804C6F6B36}" dt="2025-07-31T06:35:56.467" v="1578" actId="478"/>
          <ac:picMkLst>
            <pc:docMk/>
            <pc:sldMk cId="823964145" sldId="257"/>
            <ac:picMk id="416" creationId="{1751949F-A1DF-79D4-BEF0-E10D336EC528}"/>
          </ac:picMkLst>
        </pc:picChg>
        <pc:picChg chg="add del mod">
          <ac:chgData name="Shuo Li" userId="8a55d936b63ebf2b" providerId="LiveId" clId="{3316FCBD-8C1B-4AEF-8483-03804C6F6B36}" dt="2025-07-31T06:36:39.494" v="1582" actId="478"/>
          <ac:picMkLst>
            <pc:docMk/>
            <pc:sldMk cId="823964145" sldId="257"/>
            <ac:picMk id="418" creationId="{4DBCB593-9521-DCD5-E63F-527D04228E5B}"/>
          </ac:picMkLst>
        </pc:picChg>
        <pc:picChg chg="add del mod">
          <ac:chgData name="Shuo Li" userId="8a55d936b63ebf2b" providerId="LiveId" clId="{3316FCBD-8C1B-4AEF-8483-03804C6F6B36}" dt="2025-07-31T07:22:42.642" v="2311" actId="21"/>
          <ac:picMkLst>
            <pc:docMk/>
            <pc:sldMk cId="823964145" sldId="257"/>
            <ac:picMk id="419" creationId="{F5769E6B-95AE-ADC6-CF05-6585F7FB3BE9}"/>
          </ac:picMkLst>
        </pc:picChg>
        <pc:picChg chg="add mod">
          <ac:chgData name="Shuo Li" userId="8a55d936b63ebf2b" providerId="LiveId" clId="{3316FCBD-8C1B-4AEF-8483-03804C6F6B36}" dt="2025-07-31T07:27:05.582" v="2543" actId="14100"/>
          <ac:picMkLst>
            <pc:docMk/>
            <pc:sldMk cId="823964145" sldId="257"/>
            <ac:picMk id="422" creationId="{3ADD943F-AD0C-5B6C-F866-F99FC903D66A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24" creationId="{02920615-0B55-6E1C-9A22-3BF7A4577AA4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27" creationId="{78AC71DB-C57C-C24D-A862-8A2E7F9AF71D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28" creationId="{CC5EF852-BDEE-FD28-BCB1-D01FDB0128D1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29" creationId="{4F79294C-0A8B-0884-CA6C-9A537633A4DC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30" creationId="{E052C958-4AFF-305C-A718-F3EA1F3952F3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31" creationId="{3895A1F6-9AFD-C3BE-80C3-DAC2048F99F9}"/>
          </ac:picMkLst>
        </pc:picChg>
        <pc:picChg chg="add mod">
          <ac:chgData name="Shuo Li" userId="8a55d936b63ebf2b" providerId="LiveId" clId="{3316FCBD-8C1B-4AEF-8483-03804C6F6B36}" dt="2025-07-31T08:06:07.752" v="2745" actId="14100"/>
          <ac:picMkLst>
            <pc:docMk/>
            <pc:sldMk cId="823964145" sldId="257"/>
            <ac:picMk id="432" creationId="{A72DEFC5-F844-D6EB-D70E-DE87C9C3D107}"/>
          </ac:picMkLst>
        </pc:picChg>
        <pc:picChg chg="add del mod">
          <ac:chgData name="Shuo Li" userId="8a55d936b63ebf2b" providerId="LiveId" clId="{3316FCBD-8C1B-4AEF-8483-03804C6F6B36}" dt="2025-07-31T07:06:02.836" v="2007" actId="21"/>
          <ac:picMkLst>
            <pc:docMk/>
            <pc:sldMk cId="823964145" sldId="257"/>
            <ac:picMk id="434" creationId="{DC365386-59EF-E554-63FA-165FDA16B8C6}"/>
          </ac:picMkLst>
        </pc:picChg>
        <pc:picChg chg="add del mod">
          <ac:chgData name="Shuo Li" userId="8a55d936b63ebf2b" providerId="LiveId" clId="{3316FCBD-8C1B-4AEF-8483-03804C6F6B36}" dt="2025-07-31T06:56:52.501" v="1812" actId="478"/>
          <ac:picMkLst>
            <pc:docMk/>
            <pc:sldMk cId="823964145" sldId="257"/>
            <ac:picMk id="439" creationId="{823184B6-EB72-2F55-B64E-3A1117696FFB}"/>
          </ac:picMkLst>
        </pc:picChg>
        <pc:picChg chg="add del mod">
          <ac:chgData name="Shuo Li" userId="8a55d936b63ebf2b" providerId="LiveId" clId="{3316FCBD-8C1B-4AEF-8483-03804C6F6B36}" dt="2025-07-31T06:56:50.976" v="1811" actId="478"/>
          <ac:picMkLst>
            <pc:docMk/>
            <pc:sldMk cId="823964145" sldId="257"/>
            <ac:picMk id="440" creationId="{E15184C4-3E1F-4846-6A85-9D78F60F5860}"/>
          </ac:picMkLst>
        </pc:picChg>
        <pc:picChg chg="add mod">
          <ac:chgData name="Shuo Li" userId="8a55d936b63ebf2b" providerId="LiveId" clId="{3316FCBD-8C1B-4AEF-8483-03804C6F6B36}" dt="2025-07-31T06:56:28.188" v="1804"/>
          <ac:picMkLst>
            <pc:docMk/>
            <pc:sldMk cId="823964145" sldId="257"/>
            <ac:picMk id="446" creationId="{9F230908-E2C6-C3F8-7B5B-2124CEAF72CF}"/>
          </ac:picMkLst>
        </pc:picChg>
        <pc:picChg chg="add del mod">
          <ac:chgData name="Shuo Li" userId="8a55d936b63ebf2b" providerId="LiveId" clId="{3316FCBD-8C1B-4AEF-8483-03804C6F6B36}" dt="2025-07-31T07:48:17.961" v="2713" actId="478"/>
          <ac:picMkLst>
            <pc:docMk/>
            <pc:sldMk cId="823964145" sldId="257"/>
            <ac:picMk id="448" creationId="{12BC9BB1-B743-1DA3-DBCC-CB5F1E5FA65F}"/>
          </ac:picMkLst>
        </pc:picChg>
        <pc:picChg chg="add del">
          <ac:chgData name="Shuo Li" userId="8a55d936b63ebf2b" providerId="LiveId" clId="{3316FCBD-8C1B-4AEF-8483-03804C6F6B36}" dt="2025-07-31T06:56:47.567" v="1810" actId="478"/>
          <ac:picMkLst>
            <pc:docMk/>
            <pc:sldMk cId="823964145" sldId="257"/>
            <ac:picMk id="448" creationId="{7C977155-4DC6-AFFC-79A7-7809FE2D7223}"/>
          </ac:picMkLst>
        </pc:picChg>
        <pc:picChg chg="add mod modCrop">
          <ac:chgData name="Shuo Li" userId="8a55d936b63ebf2b" providerId="LiveId" clId="{3316FCBD-8C1B-4AEF-8483-03804C6F6B36}" dt="2025-07-31T08:46:23.698" v="3108" actId="1076"/>
          <ac:picMkLst>
            <pc:docMk/>
            <pc:sldMk cId="823964145" sldId="257"/>
            <ac:picMk id="448" creationId="{A0A5B74E-95A9-8511-13FE-6FF113384C99}"/>
          </ac:picMkLst>
        </pc:picChg>
        <pc:picChg chg="add mod">
          <ac:chgData name="Shuo Li" userId="8a55d936b63ebf2b" providerId="LiveId" clId="{3316FCBD-8C1B-4AEF-8483-03804C6F6B36}" dt="2025-07-31T15:34:19.861" v="3630" actId="14100"/>
          <ac:picMkLst>
            <pc:docMk/>
            <pc:sldMk cId="823964145" sldId="257"/>
            <ac:picMk id="449" creationId="{329179FF-5D2B-0295-FC03-2D8F930A600A}"/>
          </ac:picMkLst>
        </pc:picChg>
        <pc:picChg chg="add del mod">
          <ac:chgData name="Shuo Li" userId="8a55d936b63ebf2b" providerId="LiveId" clId="{3316FCBD-8C1B-4AEF-8483-03804C6F6B36}" dt="2025-07-31T08:05:01.316" v="2724" actId="478"/>
          <ac:picMkLst>
            <pc:docMk/>
            <pc:sldMk cId="823964145" sldId="257"/>
            <ac:picMk id="449" creationId="{99DE9846-F47F-1214-2119-2E03EDC463CF}"/>
          </ac:picMkLst>
        </pc:picChg>
        <pc:picChg chg="add mod">
          <ac:chgData name="Shuo Li" userId="8a55d936b63ebf2b" providerId="LiveId" clId="{3316FCBD-8C1B-4AEF-8483-03804C6F6B36}" dt="2025-07-31T06:56:42.287" v="1807"/>
          <ac:picMkLst>
            <pc:docMk/>
            <pc:sldMk cId="823964145" sldId="257"/>
            <ac:picMk id="449" creationId="{B1392019-F96E-0CE3-3A46-95447AB0711D}"/>
          </ac:picMkLst>
        </pc:picChg>
        <pc:picChg chg="add del mod">
          <ac:chgData name="Shuo Li" userId="8a55d936b63ebf2b" providerId="LiveId" clId="{3316FCBD-8C1B-4AEF-8483-03804C6F6B36}" dt="2025-07-31T08:04:59.778" v="2723" actId="478"/>
          <ac:picMkLst>
            <pc:docMk/>
            <pc:sldMk cId="823964145" sldId="257"/>
            <ac:picMk id="450" creationId="{3EE6323F-DAFE-0111-CADF-32E2F187223F}"/>
          </ac:picMkLst>
        </pc:picChg>
        <pc:picChg chg="add mod">
          <ac:chgData name="Shuo Li" userId="8a55d936b63ebf2b" providerId="LiveId" clId="{3316FCBD-8C1B-4AEF-8483-03804C6F6B36}" dt="2025-07-31T06:56:42.287" v="1807"/>
          <ac:picMkLst>
            <pc:docMk/>
            <pc:sldMk cId="823964145" sldId="257"/>
            <ac:picMk id="450" creationId="{C08C645B-B696-0CA1-2EBF-E8C0CE47879A}"/>
          </ac:picMkLst>
        </pc:picChg>
        <pc:picChg chg="add mod">
          <ac:chgData name="Shuo Li" userId="8a55d936b63ebf2b" providerId="LiveId" clId="{3316FCBD-8C1B-4AEF-8483-03804C6F6B36}" dt="2025-07-31T07:27:02.162" v="2542" actId="1076"/>
          <ac:picMkLst>
            <pc:docMk/>
            <pc:sldMk cId="823964145" sldId="257"/>
            <ac:picMk id="451" creationId="{D9ADCC08-6107-45E4-6246-604C7562D0F6}"/>
          </ac:picMkLst>
        </pc:picChg>
        <pc:picChg chg="add mod">
          <ac:chgData name="Shuo Li" userId="8a55d936b63ebf2b" providerId="LiveId" clId="{3316FCBD-8C1B-4AEF-8483-03804C6F6B36}" dt="2025-07-31T08:06:36.622" v="2766" actId="1076"/>
          <ac:picMkLst>
            <pc:docMk/>
            <pc:sldMk cId="823964145" sldId="257"/>
            <ac:picMk id="452" creationId="{74AE640A-C864-5C6A-DAE3-D164766A92F0}"/>
          </ac:picMkLst>
        </pc:picChg>
        <pc:picChg chg="add mod">
          <ac:chgData name="Shuo Li" userId="8a55d936b63ebf2b" providerId="LiveId" clId="{3316FCBD-8C1B-4AEF-8483-03804C6F6B36}" dt="2025-07-31T08:06:30.037" v="2765" actId="1035"/>
          <ac:picMkLst>
            <pc:docMk/>
            <pc:sldMk cId="823964145" sldId="257"/>
            <ac:picMk id="453" creationId="{E5FC98B6-E124-5EA3-E6E9-860840ABCB58}"/>
          </ac:picMkLst>
        </pc:picChg>
        <pc:picChg chg="add del mod">
          <ac:chgData name="Shuo Li" userId="8a55d936b63ebf2b" providerId="LiveId" clId="{3316FCBD-8C1B-4AEF-8483-03804C6F6B36}" dt="2025-07-31T14:56:54.963" v="3198" actId="478"/>
          <ac:picMkLst>
            <pc:docMk/>
            <pc:sldMk cId="823964145" sldId="257"/>
            <ac:picMk id="455" creationId="{04428073-ABCA-9CAD-EC02-D1F7DCC5D502}"/>
          </ac:picMkLst>
        </pc:picChg>
        <pc:picChg chg="add del mod">
          <ac:chgData name="Shuo Li" userId="8a55d936b63ebf2b" providerId="LiveId" clId="{3316FCBD-8C1B-4AEF-8483-03804C6F6B36}" dt="2025-07-31T08:09:10.423" v="2793" actId="478"/>
          <ac:picMkLst>
            <pc:docMk/>
            <pc:sldMk cId="823964145" sldId="257"/>
            <ac:picMk id="455" creationId="{D1EC58E6-72E8-DCA4-0F79-B034A4AE2B1C}"/>
          </ac:picMkLst>
        </pc:picChg>
        <pc:picChg chg="add mod">
          <ac:chgData name="Shuo Li" userId="8a55d936b63ebf2b" providerId="LiveId" clId="{3316FCBD-8C1B-4AEF-8483-03804C6F6B36}" dt="2025-07-31T08:51:31.502" v="3128" actId="14100"/>
          <ac:picMkLst>
            <pc:docMk/>
            <pc:sldMk cId="823964145" sldId="257"/>
            <ac:picMk id="456" creationId="{4E6CD357-A586-D508-D2DC-F59376CC0D3B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57" creationId="{CFC8885F-B440-52B0-231A-4C44164DFF56}"/>
          </ac:picMkLst>
        </pc:picChg>
        <pc:picChg chg="add mod">
          <ac:chgData name="Shuo Li" userId="8a55d936b63ebf2b" providerId="LiveId" clId="{3316FCBD-8C1B-4AEF-8483-03804C6F6B36}" dt="2025-07-31T08:45:54.825" v="3102" actId="1076"/>
          <ac:picMkLst>
            <pc:docMk/>
            <pc:sldMk cId="823964145" sldId="257"/>
            <ac:picMk id="457" creationId="{DF12414D-38C3-52ED-5CC9-8B2A109038BA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58" creationId="{78A87767-68A9-139D-75A5-FA78DF79841C}"/>
          </ac:picMkLst>
        </pc:picChg>
        <pc:picChg chg="add mod">
          <ac:chgData name="Shuo Li" userId="8a55d936b63ebf2b" providerId="LiveId" clId="{3316FCBD-8C1B-4AEF-8483-03804C6F6B36}" dt="2025-07-31T08:15:50.064" v="2991" actId="1036"/>
          <ac:picMkLst>
            <pc:docMk/>
            <pc:sldMk cId="823964145" sldId="257"/>
            <ac:picMk id="458" creationId="{90FAAB10-BD75-F791-540C-4CD4512A50A1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59" creationId="{39941823-25F7-9885-8DA9-9982D61C4151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60" creationId="{00B14031-47CE-4CCB-63E0-54BC33D76AF6}"/>
          </ac:picMkLst>
        </pc:picChg>
        <pc:picChg chg="add mod">
          <ac:chgData name="Shuo Li" userId="8a55d936b63ebf2b" providerId="LiveId" clId="{3316FCBD-8C1B-4AEF-8483-03804C6F6B36}" dt="2025-07-31T15:16:09.169" v="3361" actId="1037"/>
          <ac:picMkLst>
            <pc:docMk/>
            <pc:sldMk cId="823964145" sldId="257"/>
            <ac:picMk id="461" creationId="{414545A3-794E-F06A-958D-62B7F6B6A63A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61" creationId="{66DD0FC9-0489-5964-9F48-66D69EC16974}"/>
          </ac:picMkLst>
        </pc:picChg>
        <pc:picChg chg="add mod">
          <ac:chgData name="Shuo Li" userId="8a55d936b63ebf2b" providerId="LiveId" clId="{3316FCBD-8C1B-4AEF-8483-03804C6F6B36}" dt="2025-07-31T07:05:54.113" v="2005"/>
          <ac:picMkLst>
            <pc:docMk/>
            <pc:sldMk cId="823964145" sldId="257"/>
            <ac:picMk id="462" creationId="{88C757F9-3033-1701-26C8-CEF994A19EFD}"/>
          </ac:picMkLst>
        </pc:picChg>
        <pc:picChg chg="add mod">
          <ac:chgData name="Shuo Li" userId="8a55d936b63ebf2b" providerId="LiveId" clId="{3316FCBD-8C1B-4AEF-8483-03804C6F6B36}" dt="2025-07-31T15:16:34.418" v="3362" actId="14100"/>
          <ac:picMkLst>
            <pc:docMk/>
            <pc:sldMk cId="823964145" sldId="257"/>
            <ac:picMk id="462" creationId="{EC60AE6F-6C65-B1EC-F7A7-3000D91A5620}"/>
          </ac:picMkLst>
        </pc:picChg>
        <pc:picChg chg="add mod">
          <ac:chgData name="Shuo Li" userId="8a55d936b63ebf2b" providerId="LiveId" clId="{3316FCBD-8C1B-4AEF-8483-03804C6F6B36}" dt="2025-07-31T15:15:58.626" v="3345" actId="1037"/>
          <ac:picMkLst>
            <pc:docMk/>
            <pc:sldMk cId="823964145" sldId="257"/>
            <ac:picMk id="463" creationId="{E6EE4541-6775-5EB9-89CB-1EE81D6D357D}"/>
          </ac:picMkLst>
        </pc:picChg>
        <pc:picChg chg="add mod">
          <ac:chgData name="Shuo Li" userId="8a55d936b63ebf2b" providerId="LiveId" clId="{3316FCBD-8C1B-4AEF-8483-03804C6F6B36}" dt="2025-07-31T08:06:30.037" v="2765" actId="1035"/>
          <ac:picMkLst>
            <pc:docMk/>
            <pc:sldMk cId="823964145" sldId="257"/>
            <ac:picMk id="464" creationId="{BD9F6610-44E6-56B6-A20F-7DF4CBD32946}"/>
          </ac:picMkLst>
        </pc:picChg>
        <pc:picChg chg="add mod ord">
          <ac:chgData name="Shuo Li" userId="8a55d936b63ebf2b" providerId="LiveId" clId="{3316FCBD-8C1B-4AEF-8483-03804C6F6B36}" dt="2025-07-31T08:06:30.037" v="2765" actId="1035"/>
          <ac:picMkLst>
            <pc:docMk/>
            <pc:sldMk cId="823964145" sldId="257"/>
            <ac:picMk id="465" creationId="{B7D78636-ACFB-2983-1101-3A08753E3463}"/>
          </ac:picMkLst>
        </pc:picChg>
        <pc:picChg chg="add del mod">
          <ac:chgData name="Shuo Li" userId="8a55d936b63ebf2b" providerId="LiveId" clId="{3316FCBD-8C1B-4AEF-8483-03804C6F6B36}" dt="2025-07-31T07:28:36.347" v="2562" actId="478"/>
          <ac:picMkLst>
            <pc:docMk/>
            <pc:sldMk cId="823964145" sldId="257"/>
            <ac:picMk id="466" creationId="{59FE07E9-6B1A-D929-8FB4-DAC8B57D51B1}"/>
          </ac:picMkLst>
        </pc:picChg>
        <pc:picChg chg="add mod">
          <ac:chgData name="Shuo Li" userId="8a55d936b63ebf2b" providerId="LiveId" clId="{3316FCBD-8C1B-4AEF-8483-03804C6F6B36}" dt="2025-07-31T15:15:51.133" v="3335" actId="14100"/>
          <ac:picMkLst>
            <pc:docMk/>
            <pc:sldMk cId="823964145" sldId="257"/>
            <ac:picMk id="466" creationId="{E4C05DEF-7052-9005-BF44-5F6B5D90896F}"/>
          </ac:picMkLst>
        </pc:picChg>
        <pc:picChg chg="add del mod">
          <ac:chgData name="Shuo Li" userId="8a55d936b63ebf2b" providerId="LiveId" clId="{3316FCBD-8C1B-4AEF-8483-03804C6F6B36}" dt="2025-07-31T07:11:55.050" v="2113" actId="478"/>
          <ac:picMkLst>
            <pc:docMk/>
            <pc:sldMk cId="823964145" sldId="257"/>
            <ac:picMk id="467" creationId="{94DA55C6-591D-B681-AF3D-023E2E6F562E}"/>
          </ac:picMkLst>
        </pc:picChg>
        <pc:picChg chg="add mod">
          <ac:chgData name="Shuo Li" userId="8a55d936b63ebf2b" providerId="LiveId" clId="{3316FCBD-8C1B-4AEF-8483-03804C6F6B36}" dt="2025-07-31T15:16:03.556" v="3354" actId="1038"/>
          <ac:picMkLst>
            <pc:docMk/>
            <pc:sldMk cId="823964145" sldId="257"/>
            <ac:picMk id="467" creationId="{ADE78E41-83F9-2BF6-7FBC-C40C828CB535}"/>
          </ac:picMkLst>
        </pc:picChg>
        <pc:picChg chg="add del mod">
          <ac:chgData name="Shuo Li" userId="8a55d936b63ebf2b" providerId="LiveId" clId="{3316FCBD-8C1B-4AEF-8483-03804C6F6B36}" dt="2025-07-31T07:14:03.705" v="2132" actId="478"/>
          <ac:picMkLst>
            <pc:docMk/>
            <pc:sldMk cId="823964145" sldId="257"/>
            <ac:picMk id="468" creationId="{0CA639F8-1F25-1D66-8FFC-64F5E9691C01}"/>
          </ac:picMkLst>
        </pc:picChg>
        <pc:picChg chg="add del mod">
          <ac:chgData name="Shuo Li" userId="8a55d936b63ebf2b" providerId="LiveId" clId="{3316FCBD-8C1B-4AEF-8483-03804C6F6B36}" dt="2025-07-31T15:08:17.625" v="3279" actId="478"/>
          <ac:picMkLst>
            <pc:docMk/>
            <pc:sldMk cId="823964145" sldId="257"/>
            <ac:picMk id="468" creationId="{6C903E50-7FEE-FBBD-0335-CCB2933DCC20}"/>
          </ac:picMkLst>
        </pc:picChg>
        <pc:picChg chg="add mod ord">
          <ac:chgData name="Shuo Li" userId="8a55d936b63ebf2b" providerId="LiveId" clId="{3316FCBD-8C1B-4AEF-8483-03804C6F6B36}" dt="2025-07-31T15:09:35.559" v="3292" actId="1076"/>
          <ac:picMkLst>
            <pc:docMk/>
            <pc:sldMk cId="823964145" sldId="257"/>
            <ac:picMk id="469" creationId="{D8FBCE65-B6C7-5A10-4B21-8D309AB2125E}"/>
          </ac:picMkLst>
        </pc:picChg>
        <pc:picChg chg="add mod">
          <ac:chgData name="Shuo Li" userId="8a55d936b63ebf2b" providerId="LiveId" clId="{3316FCBD-8C1B-4AEF-8483-03804C6F6B36}" dt="2025-07-31T15:20:59.317" v="3385"/>
          <ac:picMkLst>
            <pc:docMk/>
            <pc:sldMk cId="823964145" sldId="257"/>
            <ac:picMk id="470" creationId="{6BEADC1D-42D7-74B0-CECF-CDB61869D314}"/>
          </ac:picMkLst>
        </pc:picChg>
        <pc:picChg chg="add del mod ord">
          <ac:chgData name="Shuo Li" userId="8a55d936b63ebf2b" providerId="LiveId" clId="{3316FCBD-8C1B-4AEF-8483-03804C6F6B36}" dt="2025-07-31T07:21:09.809" v="2270" actId="21"/>
          <ac:picMkLst>
            <pc:docMk/>
            <pc:sldMk cId="823964145" sldId="257"/>
            <ac:picMk id="470" creationId="{F1612B67-A1E7-932E-2E19-68043D27C29E}"/>
          </ac:picMkLst>
        </pc:picChg>
        <pc:picChg chg="add del mod">
          <ac:chgData name="Shuo Li" userId="8a55d936b63ebf2b" providerId="LiveId" clId="{3316FCBD-8C1B-4AEF-8483-03804C6F6B36}" dt="2025-07-31T15:21:11.281" v="3388" actId="478"/>
          <ac:picMkLst>
            <pc:docMk/>
            <pc:sldMk cId="823964145" sldId="257"/>
            <ac:picMk id="471" creationId="{D98A156B-8252-7F3C-B93D-601A9EC5E109}"/>
          </ac:picMkLst>
        </pc:picChg>
        <pc:picChg chg="add mod">
          <ac:chgData name="Shuo Li" userId="8a55d936b63ebf2b" providerId="LiveId" clId="{3316FCBD-8C1B-4AEF-8483-03804C6F6B36}" dt="2025-07-31T07:21:10.734" v="2271"/>
          <ac:picMkLst>
            <pc:docMk/>
            <pc:sldMk cId="823964145" sldId="257"/>
            <ac:picMk id="472" creationId="{F1612B67-A1E7-932E-2E19-68043D27C29E}"/>
          </ac:picMkLst>
        </pc:picChg>
        <pc:picChg chg="add del mod">
          <ac:chgData name="Shuo Li" userId="8a55d936b63ebf2b" providerId="LiveId" clId="{3316FCBD-8C1B-4AEF-8483-03804C6F6B36}" dt="2025-07-31T15:21:35.311" v="3394" actId="478"/>
          <ac:picMkLst>
            <pc:docMk/>
            <pc:sldMk cId="823964145" sldId="257"/>
            <ac:picMk id="473" creationId="{1CDD6BB8-2D51-1DB2-761F-83EB3DB1B53F}"/>
          </ac:picMkLst>
        </pc:picChg>
        <pc:picChg chg="add mod">
          <ac:chgData name="Shuo Li" userId="8a55d936b63ebf2b" providerId="LiveId" clId="{3316FCBD-8C1B-4AEF-8483-03804C6F6B36}" dt="2025-07-31T15:33:40.982" v="3624" actId="1076"/>
          <ac:picMkLst>
            <pc:docMk/>
            <pc:sldMk cId="823964145" sldId="257"/>
            <ac:picMk id="474" creationId="{C362E18C-093D-AC52-0EED-5A47DFDA512A}"/>
          </ac:picMkLst>
        </pc:picChg>
        <pc:picChg chg="add mod">
          <ac:chgData name="Shuo Li" userId="8a55d936b63ebf2b" providerId="LiveId" clId="{3316FCBD-8C1B-4AEF-8483-03804C6F6B36}" dt="2025-07-31T15:22:17.765" v="3400"/>
          <ac:picMkLst>
            <pc:docMk/>
            <pc:sldMk cId="823964145" sldId="257"/>
            <ac:picMk id="475" creationId="{5A551A5E-F839-30A3-76A0-13A79782C059}"/>
          </ac:picMkLst>
        </pc:picChg>
        <pc:picChg chg="add mod">
          <ac:chgData name="Shuo Li" userId="8a55d936b63ebf2b" providerId="LiveId" clId="{3316FCBD-8C1B-4AEF-8483-03804C6F6B36}" dt="2025-07-31T07:22:43.563" v="2312"/>
          <ac:picMkLst>
            <pc:docMk/>
            <pc:sldMk cId="823964145" sldId="257"/>
            <ac:picMk id="476" creationId="{F5769E6B-95AE-ADC6-CF05-6585F7FB3BE9}"/>
          </ac:picMkLst>
        </pc:picChg>
        <pc:picChg chg="add del mod">
          <ac:chgData name="Shuo Li" userId="8a55d936b63ebf2b" providerId="LiveId" clId="{3316FCBD-8C1B-4AEF-8483-03804C6F6B36}" dt="2025-07-31T15:32:49.479" v="3609" actId="478"/>
          <ac:picMkLst>
            <pc:docMk/>
            <pc:sldMk cId="823964145" sldId="257"/>
            <ac:picMk id="477" creationId="{D888853F-1C20-4124-9E15-AD51F38A72B3}"/>
          </ac:picMkLst>
        </pc:picChg>
        <pc:picChg chg="add mod">
          <ac:chgData name="Shuo Li" userId="8a55d936b63ebf2b" providerId="LiveId" clId="{3316FCBD-8C1B-4AEF-8483-03804C6F6B36}" dt="2025-07-31T15:23:28.245" v="3415"/>
          <ac:picMkLst>
            <pc:docMk/>
            <pc:sldMk cId="823964145" sldId="257"/>
            <ac:picMk id="478" creationId="{1D94A8C6-894F-B8FD-B6B8-34593F471DBD}"/>
          </ac:picMkLst>
        </pc:picChg>
        <pc:picChg chg="add del mod">
          <ac:chgData name="Shuo Li" userId="8a55d936b63ebf2b" providerId="LiveId" clId="{3316FCBD-8C1B-4AEF-8483-03804C6F6B36}" dt="2025-07-31T08:47:03.660" v="3111" actId="478"/>
          <ac:picMkLst>
            <pc:docMk/>
            <pc:sldMk cId="823964145" sldId="257"/>
            <ac:picMk id="478" creationId="{EE8ADFB2-AFAB-B28C-1CD3-7AF512596472}"/>
          </ac:picMkLst>
        </pc:picChg>
        <pc:picChg chg="add mod">
          <ac:chgData name="Shuo Li" userId="8a55d936b63ebf2b" providerId="LiveId" clId="{3316FCBD-8C1B-4AEF-8483-03804C6F6B36}" dt="2025-07-31T07:23:39.877" v="2323" actId="571"/>
          <ac:picMkLst>
            <pc:docMk/>
            <pc:sldMk cId="823964145" sldId="257"/>
            <ac:picMk id="479" creationId="{F3518BB3-FC5F-C494-7BAF-7CAB5702AC06}"/>
          </ac:picMkLst>
        </pc:picChg>
        <pc:picChg chg="add del">
          <ac:chgData name="Shuo Li" userId="8a55d936b63ebf2b" providerId="LiveId" clId="{3316FCBD-8C1B-4AEF-8483-03804C6F6B36}" dt="2025-07-31T15:23:44.545" v="3418" actId="478"/>
          <ac:picMkLst>
            <pc:docMk/>
            <pc:sldMk cId="823964145" sldId="257"/>
            <ac:picMk id="480" creationId="{7DC0516C-A420-408D-1F6C-661EB1B6A9ED}"/>
          </ac:picMkLst>
        </pc:picChg>
        <pc:picChg chg="add mod">
          <ac:chgData name="Shuo Li" userId="8a55d936b63ebf2b" providerId="LiveId" clId="{3316FCBD-8C1B-4AEF-8483-03804C6F6B36}" dt="2025-07-31T07:23:39.877" v="2323" actId="571"/>
          <ac:picMkLst>
            <pc:docMk/>
            <pc:sldMk cId="823964145" sldId="257"/>
            <ac:picMk id="480" creationId="{A06D70EF-1267-CCE0-12F3-6F195EF77091}"/>
          </ac:picMkLst>
        </pc:picChg>
        <pc:picChg chg="add mod">
          <ac:chgData name="Shuo Li" userId="8a55d936b63ebf2b" providerId="LiveId" clId="{3316FCBD-8C1B-4AEF-8483-03804C6F6B36}" dt="2025-07-31T15:32:43.430" v="3606"/>
          <ac:picMkLst>
            <pc:docMk/>
            <pc:sldMk cId="823964145" sldId="257"/>
            <ac:picMk id="481" creationId="{6B39011E-1799-E0AE-CE57-11A92A2DAE47}"/>
          </ac:picMkLst>
        </pc:picChg>
        <pc:picChg chg="add mod">
          <ac:chgData name="Shuo Li" userId="8a55d936b63ebf2b" providerId="LiveId" clId="{3316FCBD-8C1B-4AEF-8483-03804C6F6B36}" dt="2025-07-31T07:23:39.877" v="2323" actId="571"/>
          <ac:picMkLst>
            <pc:docMk/>
            <pc:sldMk cId="823964145" sldId="257"/>
            <ac:picMk id="481" creationId="{BB6EBC64-6BF7-1B87-0117-DC307557FC5F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2" creationId="{794D0AE3-EE6D-785D-114B-1E7891F941CD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3" creationId="{BC833C16-3F6C-FE76-9CEC-432C2ABDF35B}"/>
          </ac:picMkLst>
        </pc:picChg>
        <pc:picChg chg="add del mod">
          <ac:chgData name="Shuo Li" userId="8a55d936b63ebf2b" providerId="LiveId" clId="{3316FCBD-8C1B-4AEF-8483-03804C6F6B36}" dt="2025-07-31T15:34:49.697" v="3632" actId="478"/>
          <ac:picMkLst>
            <pc:docMk/>
            <pc:sldMk cId="823964145" sldId="257"/>
            <ac:picMk id="483" creationId="{E361D81D-2326-23DE-B874-D78366D6FD5B}"/>
          </ac:picMkLst>
        </pc:picChg>
        <pc:picChg chg="add mod">
          <ac:chgData name="Shuo Li" userId="8a55d936b63ebf2b" providerId="LiveId" clId="{3316FCBD-8C1B-4AEF-8483-03804C6F6B36}" dt="2025-07-31T15:34:50.028" v="3633"/>
          <ac:picMkLst>
            <pc:docMk/>
            <pc:sldMk cId="823964145" sldId="257"/>
            <ac:picMk id="484" creationId="{7D9C8FF7-2FB8-3208-226A-644A297C6D59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4" creationId="{FAD404F4-B0A9-5A62-7B3C-F5FF5DD5D5E8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5" creationId="{1F4DD878-008E-2325-A7FF-A5C59AC6C217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6" creationId="{223ABCE9-A442-FE0A-85D3-F91452784648}"/>
          </ac:picMkLst>
        </pc:picChg>
        <pc:picChg chg="add mod">
          <ac:chgData name="Shuo Li" userId="8a55d936b63ebf2b" providerId="LiveId" clId="{3316FCBD-8C1B-4AEF-8483-03804C6F6B36}" dt="2025-07-31T15:35:13.029" v="3641" actId="1076"/>
          <ac:picMkLst>
            <pc:docMk/>
            <pc:sldMk cId="823964145" sldId="257"/>
            <ac:picMk id="486" creationId="{ACAA8456-02C3-35F4-A2EA-06F08F32E762}"/>
          </ac:picMkLst>
        </pc:picChg>
        <pc:picChg chg="add mod">
          <ac:chgData name="Shuo Li" userId="8a55d936b63ebf2b" providerId="LiveId" clId="{3316FCBD-8C1B-4AEF-8483-03804C6F6B36}" dt="2025-07-31T07:23:44.313" v="2325" actId="571"/>
          <ac:picMkLst>
            <pc:docMk/>
            <pc:sldMk cId="823964145" sldId="257"/>
            <ac:picMk id="487" creationId="{57DC28AB-51D0-44B5-6EA6-65F0780520DF}"/>
          </ac:picMkLst>
        </pc:picChg>
        <pc:picChg chg="add mod">
          <ac:chgData name="Shuo Li" userId="8a55d936b63ebf2b" providerId="LiveId" clId="{3316FCBD-8C1B-4AEF-8483-03804C6F6B36}" dt="2025-07-31T08:31:05.587" v="3059" actId="1035"/>
          <ac:picMkLst>
            <pc:docMk/>
            <pc:sldMk cId="823964145" sldId="257"/>
            <ac:picMk id="488" creationId="{3D48A3EE-8E45-4D2E-346B-1E8CC658306A}"/>
          </ac:picMkLst>
        </pc:picChg>
        <pc:picChg chg="add mod">
          <ac:chgData name="Shuo Li" userId="8a55d936b63ebf2b" providerId="LiveId" clId="{3316FCBD-8C1B-4AEF-8483-03804C6F6B36}" dt="2025-07-31T07:26:25.696" v="2531"/>
          <ac:picMkLst>
            <pc:docMk/>
            <pc:sldMk cId="823964145" sldId="257"/>
            <ac:picMk id="491" creationId="{EA069EBB-9FE7-1F80-05A8-D962F5C89BC9}"/>
          </ac:picMkLst>
        </pc:picChg>
        <pc:picChg chg="add mod">
          <ac:chgData name="Shuo Li" userId="8a55d936b63ebf2b" providerId="LiveId" clId="{3316FCBD-8C1B-4AEF-8483-03804C6F6B36}" dt="2025-07-31T07:26:52.999" v="2539" actId="14100"/>
          <ac:picMkLst>
            <pc:docMk/>
            <pc:sldMk cId="823964145" sldId="257"/>
            <ac:picMk id="492" creationId="{0D281C9C-97F5-C939-2F03-837FE03AC218}"/>
          </ac:picMkLst>
        </pc:picChg>
        <pc:picChg chg="add del mod">
          <ac:chgData name="Shuo Li" userId="8a55d936b63ebf2b" providerId="LiveId" clId="{3316FCBD-8C1B-4AEF-8483-03804C6F6B36}" dt="2025-07-31T07:48:47.530" v="2719" actId="478"/>
          <ac:picMkLst>
            <pc:docMk/>
            <pc:sldMk cId="823964145" sldId="257"/>
            <ac:picMk id="493" creationId="{BACCE189-910A-C57A-D852-F1ACBC2FE373}"/>
          </ac:picMkLst>
        </pc:picChg>
        <pc:picChg chg="add del mod">
          <ac:chgData name="Shuo Li" userId="8a55d936b63ebf2b" providerId="LiveId" clId="{3316FCBD-8C1B-4AEF-8483-03804C6F6B36}" dt="2025-07-31T07:48:45.715" v="2718" actId="478"/>
          <ac:picMkLst>
            <pc:docMk/>
            <pc:sldMk cId="823964145" sldId="257"/>
            <ac:picMk id="494" creationId="{229E6884-062A-A8D7-A658-22A00FC026F8}"/>
          </ac:picMkLst>
        </pc:picChg>
        <pc:cxnChg chg="add del mod">
          <ac:chgData name="Shuo Li" userId="8a55d936b63ebf2b" providerId="LiveId" clId="{3316FCBD-8C1B-4AEF-8483-03804C6F6B36}" dt="2025-07-31T06:56:53.511" v="1813" actId="478"/>
          <ac:cxnSpMkLst>
            <pc:docMk/>
            <pc:sldMk cId="823964145" sldId="257"/>
            <ac:cxnSpMk id="442" creationId="{E64E1770-84F7-3EFF-3010-7E130262C0D9}"/>
          </ac:cxnSpMkLst>
        </pc:cxnChg>
        <pc:cxnChg chg="add mod">
          <ac:chgData name="Shuo Li" userId="8a55d936b63ebf2b" providerId="LiveId" clId="{3316FCBD-8C1B-4AEF-8483-03804C6F6B36}" dt="2025-07-31T06:56:28.188" v="1804"/>
          <ac:cxnSpMkLst>
            <pc:docMk/>
            <pc:sldMk cId="823964145" sldId="257"/>
            <ac:cxnSpMk id="447" creationId="{2982E107-070D-47E2-75C5-90927CC0623B}"/>
          </ac:cxnSpMkLst>
        </pc:cxnChg>
      </pc:sldChg>
      <pc:sldChg chg="addSp delSp modSp new del mod">
        <pc:chgData name="Shuo Li" userId="8a55d936b63ebf2b" providerId="LiveId" clId="{3316FCBD-8C1B-4AEF-8483-03804C6F6B36}" dt="2025-07-31T15:36:17.117" v="3644" actId="47"/>
        <pc:sldMkLst>
          <pc:docMk/>
          <pc:sldMk cId="487547545" sldId="258"/>
        </pc:sldMkLst>
        <pc:spChg chg="add del mod">
          <ac:chgData name="Shuo Li" userId="8a55d936b63ebf2b" providerId="LiveId" clId="{3316FCBD-8C1B-4AEF-8483-03804C6F6B36}" dt="2025-07-31T15:31:47.611" v="3577"/>
          <ac:spMkLst>
            <pc:docMk/>
            <pc:sldMk cId="487547545" sldId="258"/>
            <ac:spMk id="5" creationId="{E2E4310A-4C11-68F9-965F-1CD9471B4971}"/>
          </ac:spMkLst>
        </pc:spChg>
        <pc:spChg chg="add mod">
          <ac:chgData name="Shuo Li" userId="8a55d936b63ebf2b" providerId="LiveId" clId="{3316FCBD-8C1B-4AEF-8483-03804C6F6B36}" dt="2025-07-31T15:34:43.180" v="3631" actId="255"/>
          <ac:spMkLst>
            <pc:docMk/>
            <pc:sldMk cId="487547545" sldId="258"/>
            <ac:spMk id="6" creationId="{BF52934B-4378-E708-631C-577CACED62E6}"/>
          </ac:spMkLst>
        </pc:spChg>
        <pc:picChg chg="add mod">
          <ac:chgData name="Shuo Li" userId="8a55d936b63ebf2b" providerId="LiveId" clId="{3316FCBD-8C1B-4AEF-8483-03804C6F6B36}" dt="2025-07-31T15:32:30.896" v="3604" actId="1076"/>
          <ac:picMkLst>
            <pc:docMk/>
            <pc:sldMk cId="487547545" sldId="258"/>
            <ac:picMk id="4" creationId="{A1CC8D66-974D-F015-A008-A9DC7C942860}"/>
          </ac:picMkLst>
        </pc:picChg>
      </pc:sldChg>
      <pc:sldChg chg="addSp delSp modSp new del mod">
        <pc:chgData name="Shuo Li" userId="8a55d936b63ebf2b" providerId="LiveId" clId="{3316FCBD-8C1B-4AEF-8483-03804C6F6B36}" dt="2025-07-31T15:30:30.461" v="3566" actId="47"/>
        <pc:sldMkLst>
          <pc:docMk/>
          <pc:sldMk cId="1499169097" sldId="258"/>
        </pc:sldMkLst>
        <pc:spChg chg="add mod">
          <ac:chgData name="Shuo Li" userId="8a55d936b63ebf2b" providerId="LiveId" clId="{3316FCBD-8C1B-4AEF-8483-03804C6F6B36}" dt="2025-07-31T15:20:12.580" v="3371" actId="1076"/>
          <ac:spMkLst>
            <pc:docMk/>
            <pc:sldMk cId="1499169097" sldId="258"/>
            <ac:spMk id="6" creationId="{0CBBBB10-4073-E8B4-6968-7F7A1B614DFD}"/>
          </ac:spMkLst>
        </pc:spChg>
        <pc:spChg chg="add mod ord">
          <ac:chgData name="Shuo Li" userId="8a55d936b63ebf2b" providerId="LiveId" clId="{3316FCBD-8C1B-4AEF-8483-03804C6F6B36}" dt="2025-07-31T15:23:47.195" v="3421" actId="1076"/>
          <ac:spMkLst>
            <pc:docMk/>
            <pc:sldMk cId="1499169097" sldId="258"/>
            <ac:spMk id="7" creationId="{2FEB808A-2617-FE8A-9D92-9BEA65D0E997}"/>
          </ac:spMkLst>
        </pc:spChg>
        <pc:spChg chg="add">
          <ac:chgData name="Shuo Li" userId="8a55d936b63ebf2b" providerId="LiveId" clId="{3316FCBD-8C1B-4AEF-8483-03804C6F6B36}" dt="2025-07-31T15:23:01.929" v="3409"/>
          <ac:spMkLst>
            <pc:docMk/>
            <pc:sldMk cId="1499169097" sldId="258"/>
            <ac:spMk id="9" creationId="{401F6908-22E2-D93D-C08B-83FF506AD46B}"/>
          </ac:spMkLst>
        </pc:spChg>
        <pc:spChg chg="add mod ord">
          <ac:chgData name="Shuo Li" userId="8a55d936b63ebf2b" providerId="LiveId" clId="{3316FCBD-8C1B-4AEF-8483-03804C6F6B36}" dt="2025-07-31T05:14:03.348" v="1152" actId="14100"/>
          <ac:spMkLst>
            <pc:docMk/>
            <pc:sldMk cId="1499169097" sldId="258"/>
            <ac:spMk id="12" creationId="{81CE97A2-03F1-E046-F74C-8703D2C3CB9F}"/>
          </ac:spMkLst>
        </pc:spChg>
        <pc:spChg chg="add mod">
          <ac:chgData name="Shuo Li" userId="8a55d936b63ebf2b" providerId="LiveId" clId="{3316FCBD-8C1B-4AEF-8483-03804C6F6B36}" dt="2025-07-31T05:14:03.348" v="1152" actId="14100"/>
          <ac:spMkLst>
            <pc:docMk/>
            <pc:sldMk cId="1499169097" sldId="258"/>
            <ac:spMk id="25" creationId="{A8C6489E-C8AA-9641-8198-591EC43A1FFF}"/>
          </ac:spMkLst>
        </pc:spChg>
        <pc:spChg chg="add del mod">
          <ac:chgData name="Shuo Li" userId="8a55d936b63ebf2b" providerId="LiveId" clId="{3316FCBD-8C1B-4AEF-8483-03804C6F6B36}" dt="2025-07-31T05:33:21.087" v="1313" actId="478"/>
          <ac:spMkLst>
            <pc:docMk/>
            <pc:sldMk cId="1499169097" sldId="258"/>
            <ac:spMk id="26" creationId="{0DAF5CBB-849F-E442-C7FC-23E79CE15753}"/>
          </ac:spMkLst>
        </pc:spChg>
        <pc:spChg chg="add del">
          <ac:chgData name="Shuo Li" userId="8a55d936b63ebf2b" providerId="LiveId" clId="{3316FCBD-8C1B-4AEF-8483-03804C6F6B36}" dt="2025-07-31T04:51:32.378" v="855" actId="478"/>
          <ac:spMkLst>
            <pc:docMk/>
            <pc:sldMk cId="1499169097" sldId="258"/>
            <ac:spMk id="27" creationId="{8C222BDB-E60D-0A67-B48E-0D6C5CAE6C17}"/>
          </ac:spMkLst>
        </pc:spChg>
        <pc:spChg chg="add mod">
          <ac:chgData name="Shuo Li" userId="8a55d936b63ebf2b" providerId="LiveId" clId="{3316FCBD-8C1B-4AEF-8483-03804C6F6B36}" dt="2025-07-31T05:29:49.075" v="1259" actId="1076"/>
          <ac:spMkLst>
            <pc:docMk/>
            <pc:sldMk cId="1499169097" sldId="258"/>
            <ac:spMk id="28" creationId="{2B148301-9B0F-00F0-6A03-AC5925A00879}"/>
          </ac:spMkLst>
        </pc:spChg>
        <pc:spChg chg="add del mod">
          <ac:chgData name="Shuo Li" userId="8a55d936b63ebf2b" providerId="LiveId" clId="{3316FCBD-8C1B-4AEF-8483-03804C6F6B36}" dt="2025-07-31T05:29:31.084" v="1256" actId="478"/>
          <ac:spMkLst>
            <pc:docMk/>
            <pc:sldMk cId="1499169097" sldId="258"/>
            <ac:spMk id="29" creationId="{1EA9465B-C03B-65C6-5F76-772745C8C909}"/>
          </ac:spMkLst>
        </pc:spChg>
        <pc:spChg chg="add del mod">
          <ac:chgData name="Shuo Li" userId="8a55d936b63ebf2b" providerId="LiveId" clId="{3316FCBD-8C1B-4AEF-8483-03804C6F6B36}" dt="2025-07-31T05:29:34.613" v="1257" actId="478"/>
          <ac:spMkLst>
            <pc:docMk/>
            <pc:sldMk cId="1499169097" sldId="258"/>
            <ac:spMk id="30" creationId="{CA5FB026-A107-B498-796B-E6946D912DBE}"/>
          </ac:spMkLst>
        </pc:spChg>
        <pc:spChg chg="add mod">
          <ac:chgData name="Shuo Li" userId="8a55d936b63ebf2b" providerId="LiveId" clId="{3316FCBD-8C1B-4AEF-8483-03804C6F6B36}" dt="2025-07-31T05:29:16.974" v="1253" actId="20577"/>
          <ac:spMkLst>
            <pc:docMk/>
            <pc:sldMk cId="1499169097" sldId="258"/>
            <ac:spMk id="31" creationId="{1D892110-42C3-2FE0-BB27-F10631E7CE15}"/>
          </ac:spMkLst>
        </pc:spChg>
        <pc:spChg chg="add mod">
          <ac:chgData name="Shuo Li" userId="8a55d936b63ebf2b" providerId="LiveId" clId="{3316FCBD-8C1B-4AEF-8483-03804C6F6B36}" dt="2025-07-31T05:29:49.075" v="1259" actId="1076"/>
          <ac:spMkLst>
            <pc:docMk/>
            <pc:sldMk cId="1499169097" sldId="258"/>
            <ac:spMk id="32" creationId="{EB46D3BF-DDE9-67ED-4922-248E9FC6803D}"/>
          </ac:spMkLst>
        </pc:spChg>
        <pc:spChg chg="add mod">
          <ac:chgData name="Shuo Li" userId="8a55d936b63ebf2b" providerId="LiveId" clId="{3316FCBD-8C1B-4AEF-8483-03804C6F6B36}" dt="2025-07-31T05:29:13.451" v="1252" actId="20577"/>
          <ac:spMkLst>
            <pc:docMk/>
            <pc:sldMk cId="1499169097" sldId="258"/>
            <ac:spMk id="34" creationId="{DDA69360-7395-91D7-C72A-3EB874BA128E}"/>
          </ac:spMkLst>
        </pc:spChg>
        <pc:spChg chg="add mod">
          <ac:chgData name="Shuo Li" userId="8a55d936b63ebf2b" providerId="LiveId" clId="{3316FCBD-8C1B-4AEF-8483-03804C6F6B36}" dt="2025-07-31T05:33:27.183" v="1314" actId="1076"/>
          <ac:spMkLst>
            <pc:docMk/>
            <pc:sldMk cId="1499169097" sldId="258"/>
            <ac:spMk id="35" creationId="{84E7A40F-4D3E-20B5-280A-D50E1D03494C}"/>
          </ac:spMkLst>
        </pc:spChg>
        <pc:spChg chg="add mod">
          <ac:chgData name="Shuo Li" userId="8a55d936b63ebf2b" providerId="LiveId" clId="{3316FCBD-8C1B-4AEF-8483-03804C6F6B36}" dt="2025-07-31T05:34:03.916" v="1321" actId="20577"/>
          <ac:spMkLst>
            <pc:docMk/>
            <pc:sldMk cId="1499169097" sldId="258"/>
            <ac:spMk id="36" creationId="{2E60A1A3-5725-1AFB-23B6-7C99934823A4}"/>
          </ac:spMkLst>
        </pc:spChg>
        <pc:spChg chg="del mod">
          <ac:chgData name="Shuo Li" userId="8a55d936b63ebf2b" providerId="LiveId" clId="{3316FCBD-8C1B-4AEF-8483-03804C6F6B36}" dt="2025-07-31T05:15:09.649" v="1157" actId="478"/>
          <ac:spMkLst>
            <pc:docMk/>
            <pc:sldMk cId="1499169097" sldId="258"/>
            <ac:spMk id="39" creationId="{2238FF9F-4A19-4411-8F7A-61AD98BC3B5A}"/>
          </ac:spMkLst>
        </pc:spChg>
        <pc:spChg chg="add mod">
          <ac:chgData name="Shuo Li" userId="8a55d936b63ebf2b" providerId="LiveId" clId="{3316FCBD-8C1B-4AEF-8483-03804C6F6B36}" dt="2025-07-31T06:42:18.204" v="1654" actId="1076"/>
          <ac:spMkLst>
            <pc:docMk/>
            <pc:sldMk cId="1499169097" sldId="258"/>
            <ac:spMk id="40" creationId="{7D029BAD-6F27-B10A-7A05-239A03CE0BC8}"/>
          </ac:spMkLst>
        </pc:spChg>
        <pc:spChg chg="del mod">
          <ac:chgData name="Shuo Li" userId="8a55d936b63ebf2b" providerId="LiveId" clId="{3316FCBD-8C1B-4AEF-8483-03804C6F6B36}" dt="2025-07-31T06:40:23.840" v="1629" actId="478"/>
          <ac:spMkLst>
            <pc:docMk/>
            <pc:sldMk cId="1499169097" sldId="258"/>
            <ac:spMk id="42" creationId="{A0DA220B-8EBB-C777-159C-9789B234E07B}"/>
          </ac:spMkLst>
        </pc:spChg>
        <pc:spChg chg="del">
          <ac:chgData name="Shuo Li" userId="8a55d936b63ebf2b" providerId="LiveId" clId="{3316FCBD-8C1B-4AEF-8483-03804C6F6B36}" dt="2025-07-31T06:40:23.840" v="1629" actId="478"/>
          <ac:spMkLst>
            <pc:docMk/>
            <pc:sldMk cId="1499169097" sldId="258"/>
            <ac:spMk id="44" creationId="{7F1B3455-3C84-3EE4-F36B-55818BF3A52B}"/>
          </ac:spMkLst>
        </pc:spChg>
        <pc:spChg chg="del mod">
          <ac:chgData name="Shuo Li" userId="8a55d936b63ebf2b" providerId="LiveId" clId="{3316FCBD-8C1B-4AEF-8483-03804C6F6B36}" dt="2025-07-31T06:40:26.641" v="1630" actId="478"/>
          <ac:spMkLst>
            <pc:docMk/>
            <pc:sldMk cId="1499169097" sldId="258"/>
            <ac:spMk id="46" creationId="{B8C30BB4-10A8-BF44-CCC7-3B120AE7DCD1}"/>
          </ac:spMkLst>
        </pc:spChg>
        <pc:spChg chg="del mod">
          <ac:chgData name="Shuo Li" userId="8a55d936b63ebf2b" providerId="LiveId" clId="{3316FCBD-8C1B-4AEF-8483-03804C6F6B36}" dt="2025-07-31T06:40:26.641" v="1630" actId="478"/>
          <ac:spMkLst>
            <pc:docMk/>
            <pc:sldMk cId="1499169097" sldId="258"/>
            <ac:spMk id="48" creationId="{656E2EB2-B873-7BE9-B803-7ED0F28F0703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60" creationId="{68B45284-731C-8500-DAC6-D6A90BC3686C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62" creationId="{6388F98A-3FCE-FA24-648F-8C44E55AE870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66" creationId="{11CEE863-F9F5-DE63-0808-F7D5202A2A54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67" creationId="{CDE499AF-DB3D-85DE-0A71-E44BE1170E3B}"/>
          </ac:spMkLst>
        </pc:spChg>
        <pc:spChg chg="del mod">
          <ac:chgData name="Shuo Li" userId="8a55d936b63ebf2b" providerId="LiveId" clId="{3316FCBD-8C1B-4AEF-8483-03804C6F6B36}" dt="2025-07-31T06:41:59.592" v="1649" actId="478"/>
          <ac:spMkLst>
            <pc:docMk/>
            <pc:sldMk cId="1499169097" sldId="258"/>
            <ac:spMk id="72" creationId="{FACE35C1-F191-AC98-591D-6ABC8EEAA1EE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75" creationId="{2873B1F5-3269-C215-AB02-B2A994E31753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77" creationId="{C4F140F9-2A5C-976E-934D-D53E85B38109}"/>
          </ac:spMkLst>
        </pc:spChg>
        <pc:spChg chg="del mod">
          <ac:chgData name="Shuo Li" userId="8a55d936b63ebf2b" providerId="LiveId" clId="{3316FCBD-8C1B-4AEF-8483-03804C6F6B36}" dt="2025-07-31T06:41:59.592" v="1649" actId="478"/>
          <ac:spMkLst>
            <pc:docMk/>
            <pc:sldMk cId="1499169097" sldId="258"/>
            <ac:spMk id="81" creationId="{6B77054A-CC32-9147-0A7F-68494BCA20F0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87" creationId="{7070B853-BB9A-287B-D108-887B5BA8D162}"/>
          </ac:spMkLst>
        </pc:spChg>
        <pc:spChg chg="del mod">
          <ac:chgData name="Shuo Li" userId="8a55d936b63ebf2b" providerId="LiveId" clId="{3316FCBD-8C1B-4AEF-8483-03804C6F6B36}" dt="2025-07-31T06:41:59.592" v="1649" actId="478"/>
          <ac:spMkLst>
            <pc:docMk/>
            <pc:sldMk cId="1499169097" sldId="258"/>
            <ac:spMk id="90" creationId="{FDD4E291-B264-D594-D55C-736DED591579}"/>
          </ac:spMkLst>
        </pc:spChg>
        <pc:spChg chg="mod">
          <ac:chgData name="Shuo Li" userId="8a55d936b63ebf2b" providerId="LiveId" clId="{3316FCBD-8C1B-4AEF-8483-03804C6F6B36}" dt="2025-07-31T05:13:34.997" v="1147"/>
          <ac:spMkLst>
            <pc:docMk/>
            <pc:sldMk cId="1499169097" sldId="258"/>
            <ac:spMk id="95" creationId="{F1DD5F7D-4FEF-9D45-B302-7A48F020E8D9}"/>
          </ac:spMkLst>
        </pc:spChg>
        <pc:spChg chg="del">
          <ac:chgData name="Shuo Li" userId="8a55d936b63ebf2b" providerId="LiveId" clId="{3316FCBD-8C1B-4AEF-8483-03804C6F6B36}" dt="2025-07-31T06:41:59.592" v="1649" actId="478"/>
          <ac:spMkLst>
            <pc:docMk/>
            <pc:sldMk cId="1499169097" sldId="258"/>
            <ac:spMk id="99" creationId="{159C5C0C-7332-7159-97F9-1F95490593DF}"/>
          </ac:spMkLst>
        </pc:spChg>
        <pc:spChg chg="add del">
          <ac:chgData name="Shuo Li" userId="8a55d936b63ebf2b" providerId="LiveId" clId="{3316FCBD-8C1B-4AEF-8483-03804C6F6B36}" dt="2025-07-31T05:19:56.240" v="1202" actId="478"/>
          <ac:spMkLst>
            <pc:docMk/>
            <pc:sldMk cId="1499169097" sldId="258"/>
            <ac:spMk id="103" creationId="{27179A82-9AB8-F27F-01D9-F3812D8BD5B6}"/>
          </ac:spMkLst>
        </pc:spChg>
        <pc:spChg chg="del mod">
          <ac:chgData name="Shuo Li" userId="8a55d936b63ebf2b" providerId="LiveId" clId="{3316FCBD-8C1B-4AEF-8483-03804C6F6B36}" dt="2025-07-31T05:16:48.836" v="1184" actId="478"/>
          <ac:spMkLst>
            <pc:docMk/>
            <pc:sldMk cId="1499169097" sldId="258"/>
            <ac:spMk id="108" creationId="{31C58740-821C-B590-F0D2-F94DF8844CB8}"/>
          </ac:spMkLst>
        </pc:spChg>
        <pc:spChg chg="del mod">
          <ac:chgData name="Shuo Li" userId="8a55d936b63ebf2b" providerId="LiveId" clId="{3316FCBD-8C1B-4AEF-8483-03804C6F6B36}" dt="2025-07-31T05:16:49.508" v="1185" actId="478"/>
          <ac:spMkLst>
            <pc:docMk/>
            <pc:sldMk cId="1499169097" sldId="258"/>
            <ac:spMk id="109" creationId="{9B33632A-5867-AFED-374F-856B74684912}"/>
          </ac:spMkLst>
        </pc:spChg>
        <pc:spChg chg="del mod">
          <ac:chgData name="Shuo Li" userId="8a55d936b63ebf2b" providerId="LiveId" clId="{3316FCBD-8C1B-4AEF-8483-03804C6F6B36}" dt="2025-07-31T05:14:39.239" v="1154" actId="478"/>
          <ac:spMkLst>
            <pc:docMk/>
            <pc:sldMk cId="1499169097" sldId="258"/>
            <ac:spMk id="110" creationId="{C4DEEB48-45A9-7467-9B74-AD12406F7971}"/>
          </ac:spMkLst>
        </pc:spChg>
        <pc:spChg chg="del mod">
          <ac:chgData name="Shuo Li" userId="8a55d936b63ebf2b" providerId="LiveId" clId="{3316FCBD-8C1B-4AEF-8483-03804C6F6B36}" dt="2025-07-31T05:14:41.700" v="1155" actId="478"/>
          <ac:spMkLst>
            <pc:docMk/>
            <pc:sldMk cId="1499169097" sldId="258"/>
            <ac:spMk id="111" creationId="{C3FBDFFC-425E-FE86-8BC2-A130092A68AF}"/>
          </ac:spMkLst>
        </pc:spChg>
        <pc:spChg chg="add mod">
          <ac:chgData name="Shuo Li" userId="8a55d936b63ebf2b" providerId="LiveId" clId="{3316FCBD-8C1B-4AEF-8483-03804C6F6B36}" dt="2025-07-31T06:41:41.701" v="1642" actId="1076"/>
          <ac:spMkLst>
            <pc:docMk/>
            <pc:sldMk cId="1499169097" sldId="258"/>
            <ac:spMk id="112" creationId="{FA5F6AA0-CA0D-11BC-A42B-8DCD52C1C6D6}"/>
          </ac:spMkLst>
        </pc:spChg>
        <pc:spChg chg="del">
          <ac:chgData name="Shuo Li" userId="8a55d936b63ebf2b" providerId="LiveId" clId="{3316FCBD-8C1B-4AEF-8483-03804C6F6B36}" dt="2025-07-31T05:22:10.547" v="1215" actId="478"/>
          <ac:spMkLst>
            <pc:docMk/>
            <pc:sldMk cId="1499169097" sldId="258"/>
            <ac:spMk id="129" creationId="{EC5CF3BB-7ACF-706C-4431-A3ABAC24FCDE}"/>
          </ac:spMkLst>
        </pc:spChg>
        <pc:spChg chg="mod">
          <ac:chgData name="Shuo Li" userId="8a55d936b63ebf2b" providerId="LiveId" clId="{3316FCBD-8C1B-4AEF-8483-03804C6F6B36}" dt="2025-07-31T05:22:53.741" v="1225" actId="207"/>
          <ac:spMkLst>
            <pc:docMk/>
            <pc:sldMk cId="1499169097" sldId="258"/>
            <ac:spMk id="131" creationId="{9FD5BA8A-4C5C-C4B6-FC64-A70BE21CFBB0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35" creationId="{F4F2E2A9-C761-2DE1-7A4E-AA35911D92F4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36" creationId="{9AF1713F-3428-70E5-42A0-93C5EEB8DAA6}"/>
          </ac:spMkLst>
        </pc:spChg>
        <pc:spChg chg="mod">
          <ac:chgData name="Shuo Li" userId="8a55d936b63ebf2b" providerId="LiveId" clId="{3316FCBD-8C1B-4AEF-8483-03804C6F6B36}" dt="2025-07-31T05:22:48.769" v="1224" actId="207"/>
          <ac:spMkLst>
            <pc:docMk/>
            <pc:sldMk cId="1499169097" sldId="258"/>
            <ac:spMk id="137" creationId="{8AC8A534-71E5-B376-E515-23EAFD20530B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39" creationId="{5C1C7044-64C4-0F89-BE8F-86E1D8CEFF70}"/>
          </ac:spMkLst>
        </pc:spChg>
        <pc:spChg chg="mod">
          <ac:chgData name="Shuo Li" userId="8a55d936b63ebf2b" providerId="LiveId" clId="{3316FCBD-8C1B-4AEF-8483-03804C6F6B36}" dt="2025-07-31T05:22:38.206" v="1223" actId="207"/>
          <ac:spMkLst>
            <pc:docMk/>
            <pc:sldMk cId="1499169097" sldId="258"/>
            <ac:spMk id="143" creationId="{D5A6D87E-A672-6F84-CF81-611455E06923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44" creationId="{99DB0404-D748-CA54-2086-EF1660B30339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45" creationId="{17BB137B-9931-AF14-B501-8A76705B5108}"/>
          </ac:spMkLst>
        </pc:spChg>
        <pc:spChg chg="mod">
          <ac:chgData name="Shuo Li" userId="8a55d936b63ebf2b" providerId="LiveId" clId="{3316FCBD-8C1B-4AEF-8483-03804C6F6B36}" dt="2025-07-31T05:22:34.210" v="1222" actId="207"/>
          <ac:spMkLst>
            <pc:docMk/>
            <pc:sldMk cId="1499169097" sldId="258"/>
            <ac:spMk id="146" creationId="{56C628B3-837B-C05E-1B90-B6F715D6DE71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48" creationId="{69E119F2-BE8F-2E3B-A834-ED41DC19FBB0}"/>
          </ac:spMkLst>
        </pc:spChg>
        <pc:spChg chg="mod">
          <ac:chgData name="Shuo Li" userId="8a55d936b63ebf2b" providerId="LiveId" clId="{3316FCBD-8C1B-4AEF-8483-03804C6F6B36}" dt="2025-07-31T05:22:25.222" v="1219" actId="207"/>
          <ac:spMkLst>
            <pc:docMk/>
            <pc:sldMk cId="1499169097" sldId="258"/>
            <ac:spMk id="149" creationId="{35CAE904-915B-556B-DDEE-23C6DE9063C5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50" creationId="{16008068-0B98-A8D9-3309-B33005493CA8}"/>
          </ac:spMkLst>
        </pc:spChg>
        <pc:spChg chg="mod">
          <ac:chgData name="Shuo Li" userId="8a55d936b63ebf2b" providerId="LiveId" clId="{3316FCBD-8C1B-4AEF-8483-03804C6F6B36}" dt="2025-07-31T05:22:19.828" v="1218" actId="207"/>
          <ac:spMkLst>
            <pc:docMk/>
            <pc:sldMk cId="1499169097" sldId="258"/>
            <ac:spMk id="152" creationId="{C2211040-3D87-5A79-8925-E0B76A8A5B17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53" creationId="{DB6FAC62-8197-1DC2-C1D6-0AD6D0AFCC23}"/>
          </ac:spMkLst>
        </pc:spChg>
        <pc:spChg chg="mod">
          <ac:chgData name="Shuo Li" userId="8a55d936b63ebf2b" providerId="LiveId" clId="{3316FCBD-8C1B-4AEF-8483-03804C6F6B36}" dt="2025-07-31T05:22:16.550" v="1217" actId="207"/>
          <ac:spMkLst>
            <pc:docMk/>
            <pc:sldMk cId="1499169097" sldId="258"/>
            <ac:spMk id="155" creationId="{1D58088F-2359-9E8D-F1FD-E1F5BD435930}"/>
          </ac:spMkLst>
        </pc:spChg>
        <pc:spChg chg="mod">
          <ac:chgData name="Shuo Li" userId="8a55d936b63ebf2b" providerId="LiveId" clId="{3316FCBD-8C1B-4AEF-8483-03804C6F6B36}" dt="2025-07-31T05:22:06.499" v="1213"/>
          <ac:spMkLst>
            <pc:docMk/>
            <pc:sldMk cId="1499169097" sldId="258"/>
            <ac:spMk id="156" creationId="{A2088315-4D63-6F77-875D-B2062391330E}"/>
          </ac:spMkLst>
        </pc:spChg>
        <pc:spChg chg="mod">
          <ac:chgData name="Shuo Li" userId="8a55d936b63ebf2b" providerId="LiveId" clId="{3316FCBD-8C1B-4AEF-8483-03804C6F6B36}" dt="2025-07-31T05:22:29.412" v="1220" actId="207"/>
          <ac:spMkLst>
            <pc:docMk/>
            <pc:sldMk cId="1499169097" sldId="258"/>
            <ac:spMk id="158" creationId="{18B007B3-D2FD-C283-C65E-1D346EAE155C}"/>
          </ac:spMkLst>
        </pc:spChg>
        <pc:spChg chg="add mod">
          <ac:chgData name="Shuo Li" userId="8a55d936b63ebf2b" providerId="LiveId" clId="{3316FCBD-8C1B-4AEF-8483-03804C6F6B36}" dt="2025-07-31T05:27:13.281" v="1251" actId="1076"/>
          <ac:spMkLst>
            <pc:docMk/>
            <pc:sldMk cId="1499169097" sldId="258"/>
            <ac:spMk id="160" creationId="{976DA50B-D033-4F61-7A9D-D23493EF6C94}"/>
          </ac:spMkLst>
        </pc:spChg>
        <pc:spChg chg="add mod">
          <ac:chgData name="Shuo Li" userId="8a55d936b63ebf2b" providerId="LiveId" clId="{3316FCBD-8C1B-4AEF-8483-03804C6F6B36}" dt="2025-07-31T05:27:13.281" v="1251" actId="1076"/>
          <ac:spMkLst>
            <pc:docMk/>
            <pc:sldMk cId="1499169097" sldId="258"/>
            <ac:spMk id="161" creationId="{E2C79FFD-7044-854F-19F0-DD35CA084FD6}"/>
          </ac:spMkLst>
        </pc:spChg>
        <pc:spChg chg="add mod">
          <ac:chgData name="Shuo Li" userId="8a55d936b63ebf2b" providerId="LiveId" clId="{3316FCBD-8C1B-4AEF-8483-03804C6F6B36}" dt="2025-07-31T05:26:59.837" v="1249" actId="1076"/>
          <ac:spMkLst>
            <pc:docMk/>
            <pc:sldMk cId="1499169097" sldId="258"/>
            <ac:spMk id="162" creationId="{8D101C64-FDFA-A769-E02E-1946146C20AC}"/>
          </ac:spMkLst>
        </pc:spChg>
        <pc:spChg chg="add mod">
          <ac:chgData name="Shuo Li" userId="8a55d936b63ebf2b" providerId="LiveId" clId="{3316FCBD-8C1B-4AEF-8483-03804C6F6B36}" dt="2025-07-31T05:26:59.837" v="1249" actId="1076"/>
          <ac:spMkLst>
            <pc:docMk/>
            <pc:sldMk cId="1499169097" sldId="258"/>
            <ac:spMk id="163" creationId="{CF72A5FC-E552-F389-E21E-934CB1B51637}"/>
          </ac:spMkLst>
        </pc:spChg>
        <pc:spChg chg="add mod">
          <ac:chgData name="Shuo Li" userId="8a55d936b63ebf2b" providerId="LiveId" clId="{3316FCBD-8C1B-4AEF-8483-03804C6F6B36}" dt="2025-07-31T05:33:37.808" v="1317" actId="207"/>
          <ac:spMkLst>
            <pc:docMk/>
            <pc:sldMk cId="1499169097" sldId="258"/>
            <ac:spMk id="180" creationId="{D7FA0AA1-5C0C-932D-A191-5A27E2ACB14D}"/>
          </ac:spMkLst>
        </pc:spChg>
        <pc:spChg chg="add mod">
          <ac:chgData name="Shuo Li" userId="8a55d936b63ebf2b" providerId="LiveId" clId="{3316FCBD-8C1B-4AEF-8483-03804C6F6B36}" dt="2025-07-31T05:33:37.808" v="1317" actId="207"/>
          <ac:spMkLst>
            <pc:docMk/>
            <pc:sldMk cId="1499169097" sldId="258"/>
            <ac:spMk id="181" creationId="{AF419801-82A6-3EA4-DEE4-93FA350D79DE}"/>
          </ac:spMkLst>
        </pc:spChg>
        <pc:spChg chg="add 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188" creationId="{C4A5C165-CE39-8D6C-F1B7-D6EC2006AEAF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193" creationId="{AFC18ABB-24F0-9942-C0CE-8198735CC492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194" creationId="{59EE5DFF-EFF5-8547-6EE1-6A194A9C16C3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197" creationId="{3B3341BC-42C2-23D8-EF01-C575C6237402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198" creationId="{B0A3E1F7-023D-4ED5-ACE7-7CC0578BF10B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201" creationId="{02224172-2B86-603C-7EB0-D846BAFD7564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202" creationId="{3376EEC0-C978-9BE5-8477-FD7F2B05B3F7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205" creationId="{7B4DD06C-3B4B-3F5C-188F-ED020338B2E4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210" creationId="{FCC7815F-B2A1-FD6A-42D6-9ACE406A06C3}"/>
          </ac:spMkLst>
        </pc:spChg>
        <pc:spChg chg="mod">
          <ac:chgData name="Shuo Li" userId="8a55d936b63ebf2b" providerId="LiveId" clId="{3316FCBD-8C1B-4AEF-8483-03804C6F6B36}" dt="2025-07-31T06:40:15.592" v="1626"/>
          <ac:spMkLst>
            <pc:docMk/>
            <pc:sldMk cId="1499169097" sldId="258"/>
            <ac:spMk id="211" creationId="{2334633C-6199-34FA-4FC1-EA67430B1B78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20" creationId="{59D12994-1C48-C094-2006-E62655D0EDE6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22" creationId="{6CD25800-A992-45B8-85D9-42E49DB1A557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23" creationId="{0130CCA8-E2CC-170E-B79F-E75885AA1DD8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39" creationId="{C964DA47-DDEB-D672-B014-7527B26DBA42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41" creationId="{1AD00519-B49C-EEA0-F4E3-408AF0D8EF4A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42" creationId="{7FEC90B8-B040-C696-B60C-D254D056C613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47" creationId="{E9D20FEC-0390-71FB-F0AF-03F951160E30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48" creationId="{5A766AE7-25D1-C054-30E7-B966AEC484DD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49" creationId="{A5A572F2-85B2-91B1-9FA6-5E3168E71F93}"/>
          </ac:spMkLst>
        </pc:spChg>
        <pc:spChg chg="mod">
          <ac:chgData name="Shuo Li" userId="8a55d936b63ebf2b" providerId="LiveId" clId="{3316FCBD-8C1B-4AEF-8483-03804C6F6B36}" dt="2025-07-31T06:41:50.412" v="1646"/>
          <ac:spMkLst>
            <pc:docMk/>
            <pc:sldMk cId="1499169097" sldId="258"/>
            <ac:spMk id="251" creationId="{797B9DA9-64BB-47CC-183D-B0391F7E9286}"/>
          </ac:spMkLst>
        </pc:spChg>
        <pc:spChg chg="add">
          <ac:chgData name="Shuo Li" userId="8a55d936b63ebf2b" providerId="LiveId" clId="{3316FCBD-8C1B-4AEF-8483-03804C6F6B36}" dt="2025-07-31T07:19:04.831" v="2244"/>
          <ac:spMkLst>
            <pc:docMk/>
            <pc:sldMk cId="1499169097" sldId="258"/>
            <ac:spMk id="254" creationId="{658B88ED-5F36-630D-385E-2EB9D82FFB88}"/>
          </ac:spMkLst>
        </pc:spChg>
        <pc:spChg chg="add mod">
          <ac:chgData name="Shuo Li" userId="8a55d936b63ebf2b" providerId="LiveId" clId="{3316FCBD-8C1B-4AEF-8483-03804C6F6B36}" dt="2025-07-31T07:19:25.407" v="2251" actId="1076"/>
          <ac:spMkLst>
            <pc:docMk/>
            <pc:sldMk cId="1499169097" sldId="258"/>
            <ac:spMk id="384" creationId="{E929A871-257B-0D10-9260-38BF878A2141}"/>
          </ac:spMkLst>
        </pc:spChg>
        <pc:spChg chg="add mod">
          <ac:chgData name="Shuo Li" userId="8a55d936b63ebf2b" providerId="LiveId" clId="{3316FCBD-8C1B-4AEF-8483-03804C6F6B36}" dt="2025-07-31T07:19:36.182" v="2252"/>
          <ac:spMkLst>
            <pc:docMk/>
            <pc:sldMk cId="1499169097" sldId="258"/>
            <ac:spMk id="386" creationId="{5EE3AFAD-D48B-FDB1-CD07-7A2F72EE3520}"/>
          </ac:spMkLst>
        </pc:spChg>
        <pc:spChg chg="add mod">
          <ac:chgData name="Shuo Li" userId="8a55d936b63ebf2b" providerId="LiveId" clId="{3316FCBD-8C1B-4AEF-8483-03804C6F6B36}" dt="2025-07-31T07:06:10.608" v="2061" actId="1035"/>
          <ac:spMkLst>
            <pc:docMk/>
            <pc:sldMk cId="1499169097" sldId="258"/>
            <ac:spMk id="425" creationId="{55EC17B2-1550-980F-157C-EB7863402FF0}"/>
          </ac:spMkLst>
        </pc:spChg>
        <pc:spChg chg="add mod">
          <ac:chgData name="Shuo Li" userId="8a55d936b63ebf2b" providerId="LiveId" clId="{3316FCBD-8C1B-4AEF-8483-03804C6F6B36}" dt="2025-07-31T07:06:10.608" v="2061" actId="1035"/>
          <ac:spMkLst>
            <pc:docMk/>
            <pc:sldMk cId="1499169097" sldId="258"/>
            <ac:spMk id="426" creationId="{BA39D676-5E63-36B2-DC7F-8AEE4005F186}"/>
          </ac:spMkLst>
        </pc:spChg>
        <pc:spChg chg="add mod">
          <ac:chgData name="Shuo Li" userId="8a55d936b63ebf2b" providerId="LiveId" clId="{3316FCBD-8C1B-4AEF-8483-03804C6F6B36}" dt="2025-07-31T07:06:10.608" v="2061" actId="1035"/>
          <ac:spMkLst>
            <pc:docMk/>
            <pc:sldMk cId="1499169097" sldId="258"/>
            <ac:spMk id="435" creationId="{447C1999-0022-BD5E-4816-38DCD4B8415E}"/>
          </ac:spMkLst>
        </pc:spChg>
        <pc:grpChg chg="del">
          <ac:chgData name="Shuo Li" userId="8a55d936b63ebf2b" providerId="LiveId" clId="{3316FCBD-8C1B-4AEF-8483-03804C6F6B36}" dt="2025-07-31T06:40:23.840" v="1629" actId="478"/>
          <ac:grpSpMkLst>
            <pc:docMk/>
            <pc:sldMk cId="1499169097" sldId="258"/>
            <ac:grpSpMk id="50" creationId="{F8215802-B566-E95D-A4F9-5D66040BB1AB}"/>
          </ac:grpSpMkLst>
        </pc:grpChg>
        <pc:grpChg chg="mod">
          <ac:chgData name="Shuo Li" userId="8a55d936b63ebf2b" providerId="LiveId" clId="{3316FCBD-8C1B-4AEF-8483-03804C6F6B36}" dt="2025-07-31T05:19:58.638" v="1205" actId="1076"/>
          <ac:grpSpMkLst>
            <pc:docMk/>
            <pc:sldMk cId="1499169097" sldId="258"/>
            <ac:grpSpMk id="101" creationId="{6729F178-3F97-2DD7-5327-39986B78F5B8}"/>
          </ac:grpSpMkLst>
        </pc:grpChg>
        <pc:grpChg chg="mod">
          <ac:chgData name="Shuo Li" userId="8a55d936b63ebf2b" providerId="LiveId" clId="{3316FCBD-8C1B-4AEF-8483-03804C6F6B36}" dt="2025-07-31T05:26:49.760" v="1248" actId="1076"/>
          <ac:grpSpMkLst>
            <pc:docMk/>
            <pc:sldMk cId="1499169097" sldId="258"/>
            <ac:grpSpMk id="128" creationId="{EB42988A-A3E6-A43E-1940-F17A6256DAEE}"/>
          </ac:grpSpMkLst>
        </pc:grpChg>
        <pc:graphicFrameChg chg="add del mod">
          <ac:chgData name="Shuo Li" userId="8a55d936b63ebf2b" providerId="LiveId" clId="{3316FCBD-8C1B-4AEF-8483-03804C6F6B36}" dt="2025-07-31T05:34:53.448" v="1324" actId="478"/>
          <ac:graphicFrameMkLst>
            <pc:docMk/>
            <pc:sldMk cId="1499169097" sldId="258"/>
            <ac:graphicFrameMk id="182" creationId="{B3254108-CEFC-8A0A-E307-5267001AB42A}"/>
          </ac:graphicFrameMkLst>
        </pc:graphicFrameChg>
        <pc:picChg chg="add del">
          <ac:chgData name="Shuo Li" userId="8a55d936b63ebf2b" providerId="LiveId" clId="{3316FCBD-8C1B-4AEF-8483-03804C6F6B36}" dt="2025-07-31T15:21:55.869" v="3395" actId="478"/>
          <ac:picMkLst>
            <pc:docMk/>
            <pc:sldMk cId="1499169097" sldId="258"/>
            <ac:picMk id="4" creationId="{01EF05CE-9E7B-2E9D-A381-921617610CC0}"/>
          </ac:picMkLst>
        </pc:picChg>
        <pc:picChg chg="add del mod">
          <ac:chgData name="Shuo Li" userId="8a55d936b63ebf2b" providerId="LiveId" clId="{3316FCBD-8C1B-4AEF-8483-03804C6F6B36}" dt="2025-07-31T15:23:48.179" v="3423" actId="478"/>
          <ac:picMkLst>
            <pc:docMk/>
            <pc:sldMk cId="1499169097" sldId="258"/>
            <ac:picMk id="8" creationId="{A14C3D99-C0FF-BC43-3091-B63D0F39A683}"/>
          </ac:picMkLst>
        </pc:picChg>
        <pc:picChg chg="add mod">
          <ac:chgData name="Shuo Li" userId="8a55d936b63ebf2b" providerId="LiveId" clId="{3316FCBD-8C1B-4AEF-8483-03804C6F6B36}" dt="2025-07-31T15:23:47.513" v="3422" actId="1076"/>
          <ac:picMkLst>
            <pc:docMk/>
            <pc:sldMk cId="1499169097" sldId="258"/>
            <ac:picMk id="10" creationId="{5B382D0E-9461-5A16-5D56-5DD36EE9B99F}"/>
          </ac:picMkLst>
        </pc:picChg>
        <pc:picChg chg="del">
          <ac:chgData name="Shuo Li" userId="8a55d936b63ebf2b" providerId="LiveId" clId="{3316FCBD-8C1B-4AEF-8483-03804C6F6B36}" dt="2025-07-31T06:40:23.840" v="1629" actId="478"/>
          <ac:picMkLst>
            <pc:docMk/>
            <pc:sldMk cId="1499169097" sldId="258"/>
            <ac:picMk id="41" creationId="{F4CF6E50-BB00-8810-FA82-624640AD7423}"/>
          </ac:picMkLst>
        </pc:picChg>
        <pc:picChg chg="del">
          <ac:chgData name="Shuo Li" userId="8a55d936b63ebf2b" providerId="LiveId" clId="{3316FCBD-8C1B-4AEF-8483-03804C6F6B36}" dt="2025-07-31T06:40:23.840" v="1629" actId="478"/>
          <ac:picMkLst>
            <pc:docMk/>
            <pc:sldMk cId="1499169097" sldId="258"/>
            <ac:picMk id="43" creationId="{92B9C42B-5188-3E26-B4FE-0F25C88EF781}"/>
          </ac:picMkLst>
        </pc:picChg>
        <pc:picChg chg="del">
          <ac:chgData name="Shuo Li" userId="8a55d936b63ebf2b" providerId="LiveId" clId="{3316FCBD-8C1B-4AEF-8483-03804C6F6B36}" dt="2025-07-31T06:40:26.641" v="1630" actId="478"/>
          <ac:picMkLst>
            <pc:docMk/>
            <pc:sldMk cId="1499169097" sldId="258"/>
            <ac:picMk id="45" creationId="{999D29E3-9F9E-A489-0B88-2319890ACFF4}"/>
          </ac:picMkLst>
        </pc:picChg>
        <pc:picChg chg="del">
          <ac:chgData name="Shuo Li" userId="8a55d936b63ebf2b" providerId="LiveId" clId="{3316FCBD-8C1B-4AEF-8483-03804C6F6B36}" dt="2025-07-31T06:40:23.840" v="1629" actId="478"/>
          <ac:picMkLst>
            <pc:docMk/>
            <pc:sldMk cId="1499169097" sldId="258"/>
            <ac:picMk id="47" creationId="{C42A8D51-3C10-6DD2-E0D2-8FF7AE6EA70D}"/>
          </ac:picMkLst>
        </pc:picChg>
        <pc:picChg chg="del">
          <ac:chgData name="Shuo Li" userId="8a55d936b63ebf2b" providerId="LiveId" clId="{3316FCBD-8C1B-4AEF-8483-03804C6F6B36}" dt="2025-07-31T06:40:23.840" v="1629" actId="478"/>
          <ac:picMkLst>
            <pc:docMk/>
            <pc:sldMk cId="1499169097" sldId="258"/>
            <ac:picMk id="49" creationId="{E8B77BBF-6FFF-4F9C-CAC6-30740DB1DE3C}"/>
          </ac:picMkLst>
        </pc:picChg>
        <pc:picChg chg="del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71" creationId="{EB7D780A-373F-1C45-928E-571D743733B3}"/>
          </ac:picMkLst>
        </pc:picChg>
        <pc:picChg chg="del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82" creationId="{B295570F-5E65-A8EC-0B3A-B4CA58CA093E}"/>
          </ac:picMkLst>
        </pc:picChg>
        <pc:picChg chg="del mod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89" creationId="{3A3F1F2C-4650-6BD5-6F98-38989D53A8C8}"/>
          </ac:picMkLst>
        </pc:picChg>
        <pc:picChg chg="del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91" creationId="{883B9D7A-3AF3-A2E8-DFB1-A0B1E3333716}"/>
          </ac:picMkLst>
        </pc:picChg>
        <pc:picChg chg="del mod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98" creationId="{4E3E54FC-2FE8-7A17-127E-6A08DCEF0BB4}"/>
          </ac:picMkLst>
        </pc:picChg>
        <pc:picChg chg="del mod">
          <ac:chgData name="Shuo Li" userId="8a55d936b63ebf2b" providerId="LiveId" clId="{3316FCBD-8C1B-4AEF-8483-03804C6F6B36}" dt="2025-07-31T06:41:59.592" v="1649" actId="478"/>
          <ac:picMkLst>
            <pc:docMk/>
            <pc:sldMk cId="1499169097" sldId="258"/>
            <ac:picMk id="100" creationId="{1FA1506A-193D-173A-61FD-AC7E7590597F}"/>
          </ac:picMkLst>
        </pc:picChg>
        <pc:picChg chg="del mod">
          <ac:chgData name="Shuo Li" userId="8a55d936b63ebf2b" providerId="LiveId" clId="{3316FCBD-8C1B-4AEF-8483-03804C6F6B36}" dt="2025-07-31T05:19:14.503" v="1192" actId="478"/>
          <ac:picMkLst>
            <pc:docMk/>
            <pc:sldMk cId="1499169097" sldId="258"/>
            <ac:picMk id="107" creationId="{565346E1-5667-285D-CC01-4033E0A36557}"/>
          </ac:picMkLst>
        </pc:picChg>
        <pc:picChg chg="add mod ord">
          <ac:chgData name="Shuo Li" userId="8a55d936b63ebf2b" providerId="LiveId" clId="{3316FCBD-8C1B-4AEF-8483-03804C6F6B36}" dt="2025-07-31T06:42:25.351" v="1656" actId="1076"/>
          <ac:picMkLst>
            <pc:docMk/>
            <pc:sldMk cId="1499169097" sldId="258"/>
            <ac:picMk id="127" creationId="{CB6B218C-7E13-ABFA-55E6-58B0FE036E87}"/>
          </ac:picMkLst>
        </pc:picChg>
        <pc:picChg chg="add mod">
          <ac:chgData name="Shuo Li" userId="8a55d936b63ebf2b" providerId="LiveId" clId="{3316FCBD-8C1B-4AEF-8483-03804C6F6B36}" dt="2025-07-31T06:40:40.501" v="1632" actId="1076"/>
          <ac:picMkLst>
            <pc:docMk/>
            <pc:sldMk cId="1499169097" sldId="258"/>
            <ac:picMk id="213" creationId="{EB4F3CC2-7505-6700-F216-894C58B6307F}"/>
          </ac:picMkLst>
        </pc:picChg>
        <pc:picChg chg="add mod">
          <ac:chgData name="Shuo Li" userId="8a55d936b63ebf2b" providerId="LiveId" clId="{3316FCBD-8C1B-4AEF-8483-03804C6F6B36}" dt="2025-07-31T06:41:38.933" v="1641" actId="14100"/>
          <ac:picMkLst>
            <pc:docMk/>
            <pc:sldMk cId="1499169097" sldId="258"/>
            <ac:picMk id="215" creationId="{5828553C-143B-C561-C8E4-7FE3BB961DFD}"/>
          </ac:picMkLst>
        </pc:picChg>
        <pc:picChg chg="add mod">
          <ac:chgData name="Shuo Li" userId="8a55d936b63ebf2b" providerId="LiveId" clId="{3316FCBD-8C1B-4AEF-8483-03804C6F6B36}" dt="2025-07-31T06:41:57.087" v="1648" actId="1076"/>
          <ac:picMkLst>
            <pc:docMk/>
            <pc:sldMk cId="1499169097" sldId="258"/>
            <ac:picMk id="252" creationId="{47281CF4-5AD3-424A-5C6D-BCEB4406CC06}"/>
          </ac:picMkLst>
        </pc:picChg>
        <pc:picChg chg="add mod">
          <ac:chgData name="Shuo Li" userId="8a55d936b63ebf2b" providerId="LiveId" clId="{3316FCBD-8C1B-4AEF-8483-03804C6F6B36}" dt="2025-07-31T06:42:13.493" v="1653" actId="1076"/>
          <ac:picMkLst>
            <pc:docMk/>
            <pc:sldMk cId="1499169097" sldId="258"/>
            <ac:picMk id="253" creationId="{B9B67C90-0DA5-585A-FF97-D2B5CCA8C44F}"/>
          </ac:picMkLst>
        </pc:picChg>
        <pc:picChg chg="add mod">
          <ac:chgData name="Shuo Li" userId="8a55d936b63ebf2b" providerId="LiveId" clId="{3316FCBD-8C1B-4AEF-8483-03804C6F6B36}" dt="2025-07-31T07:19:18.227" v="2249" actId="1076"/>
          <ac:picMkLst>
            <pc:docMk/>
            <pc:sldMk cId="1499169097" sldId="258"/>
            <ac:picMk id="255" creationId="{93D9E5E9-7217-C878-5682-D2760EA8EBFC}"/>
          </ac:picMkLst>
        </pc:picChg>
        <pc:picChg chg="add mod">
          <ac:chgData name="Shuo Li" userId="8a55d936b63ebf2b" providerId="LiveId" clId="{3316FCBD-8C1B-4AEF-8483-03804C6F6B36}" dt="2025-07-31T07:19:36.182" v="2252"/>
          <ac:picMkLst>
            <pc:docMk/>
            <pc:sldMk cId="1499169097" sldId="258"/>
            <ac:picMk id="385" creationId="{3210E329-2BE8-B260-2A04-1BF3708D8B91}"/>
          </ac:picMkLst>
        </pc:picChg>
        <pc:picChg chg="add del">
          <ac:chgData name="Shuo Li" userId="8a55d936b63ebf2b" providerId="LiveId" clId="{3316FCBD-8C1B-4AEF-8483-03804C6F6B36}" dt="2025-07-31T07:19:41.450" v="2254" actId="21"/>
          <ac:picMkLst>
            <pc:docMk/>
            <pc:sldMk cId="1499169097" sldId="258"/>
            <ac:picMk id="387" creationId="{D98A156B-8252-7F3C-B93D-601A9EC5E109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24" creationId="{02920615-0B55-6E1C-9A22-3BF7A4577AA4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27" creationId="{78AC71DB-C57C-C24D-A862-8A2E7F9AF71D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28" creationId="{CC5EF852-BDEE-FD28-BCB1-D01FDB0128D1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29" creationId="{4F79294C-0A8B-0884-CA6C-9A537633A4DC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30" creationId="{E052C958-4AFF-305C-A718-F3EA1F3952F3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31" creationId="{3895A1F6-9AFD-C3BE-80C3-DAC2048F99F9}"/>
          </ac:picMkLst>
        </pc:picChg>
        <pc:picChg chg="add mod">
          <ac:chgData name="Shuo Li" userId="8a55d936b63ebf2b" providerId="LiveId" clId="{3316FCBD-8C1B-4AEF-8483-03804C6F6B36}" dt="2025-07-31T07:06:10.608" v="2061" actId="1035"/>
          <ac:picMkLst>
            <pc:docMk/>
            <pc:sldMk cId="1499169097" sldId="258"/>
            <ac:picMk id="434" creationId="{DC365386-59EF-E554-63FA-165FDA16B8C6}"/>
          </ac:picMkLst>
        </pc:picChg>
        <pc:cxnChg chg="add mod">
          <ac:chgData name="Shuo Li" userId="8a55d936b63ebf2b" providerId="LiveId" clId="{3316FCBD-8C1B-4AEF-8483-03804C6F6B36}" dt="2025-07-31T05:29:43.955" v="1258" actId="14100"/>
          <ac:cxnSpMkLst>
            <pc:docMk/>
            <pc:sldMk cId="1499169097" sldId="258"/>
            <ac:cxnSpMk id="5" creationId="{3F21DA1B-8FF9-9D37-D1DD-62579CB10C54}"/>
          </ac:cxnSpMkLst>
        </pc:cxnChg>
        <pc:cxnChg chg="add del mod">
          <ac:chgData name="Shuo Li" userId="8a55d936b63ebf2b" providerId="LiveId" clId="{3316FCBD-8C1B-4AEF-8483-03804C6F6B36}" dt="2025-07-31T04:45:44.260" v="796" actId="478"/>
          <ac:cxnSpMkLst>
            <pc:docMk/>
            <pc:sldMk cId="1499169097" sldId="258"/>
            <ac:cxnSpMk id="9" creationId="{BC8FDFD6-467B-B943-2AF8-3649A730A4EA}"/>
          </ac:cxnSpMkLst>
        </pc:cxnChg>
        <pc:cxnChg chg="add mod">
          <ac:chgData name="Shuo Li" userId="8a55d936b63ebf2b" providerId="LiveId" clId="{3316FCBD-8C1B-4AEF-8483-03804C6F6B36}" dt="2025-07-31T15:20:12.580" v="3371" actId="1076"/>
          <ac:cxnSpMkLst>
            <pc:docMk/>
            <pc:sldMk cId="1499169097" sldId="258"/>
            <ac:cxnSpMk id="11" creationId="{224623F1-6589-8281-A98C-BD96BD44AAEB}"/>
          </ac:cxnSpMkLst>
        </pc:cxnChg>
        <pc:cxnChg chg="add mod">
          <ac:chgData name="Shuo Li" userId="8a55d936b63ebf2b" providerId="LiveId" clId="{3316FCBD-8C1B-4AEF-8483-03804C6F6B36}" dt="2025-07-31T04:56:17.492" v="935" actId="692"/>
          <ac:cxnSpMkLst>
            <pc:docMk/>
            <pc:sldMk cId="1499169097" sldId="258"/>
            <ac:cxnSpMk id="16" creationId="{D3C91D11-0DA1-4EAE-6926-BDC8C648EC3E}"/>
          </ac:cxnSpMkLst>
        </pc:cxnChg>
        <pc:cxnChg chg="add mod">
          <ac:chgData name="Shuo Li" userId="8a55d936b63ebf2b" providerId="LiveId" clId="{3316FCBD-8C1B-4AEF-8483-03804C6F6B36}" dt="2025-07-31T04:56:17.492" v="935" actId="692"/>
          <ac:cxnSpMkLst>
            <pc:docMk/>
            <pc:sldMk cId="1499169097" sldId="258"/>
            <ac:cxnSpMk id="18" creationId="{6932621F-946C-DA2A-0C23-C61F71F9564E}"/>
          </ac:cxnSpMkLst>
        </pc:cxnChg>
        <pc:cxnChg chg="add mod">
          <ac:chgData name="Shuo Li" userId="8a55d936b63ebf2b" providerId="LiveId" clId="{3316FCBD-8C1B-4AEF-8483-03804C6F6B36}" dt="2025-07-31T04:56:17.492" v="935" actId="692"/>
          <ac:cxnSpMkLst>
            <pc:docMk/>
            <pc:sldMk cId="1499169097" sldId="258"/>
            <ac:cxnSpMk id="22" creationId="{34D08BC2-E782-8D13-070A-2A3DF045F063}"/>
          </ac:cxnSpMkLst>
        </pc:cxnChg>
        <pc:cxnChg chg="add del mod">
          <ac:chgData name="Shuo Li" userId="8a55d936b63ebf2b" providerId="LiveId" clId="{3316FCBD-8C1B-4AEF-8483-03804C6F6B36}" dt="2025-07-31T06:41:11.834" v="1635" actId="478"/>
          <ac:cxnSpMkLst>
            <pc:docMk/>
            <pc:sldMk cId="1499169097" sldId="258"/>
            <ac:cxnSpMk id="122" creationId="{E1974153-C687-D28F-446A-416C96667B35}"/>
          </ac:cxnSpMkLst>
        </pc:cxnChg>
        <pc:cxnChg chg="add del mod">
          <ac:chgData name="Shuo Li" userId="8a55d936b63ebf2b" providerId="LiveId" clId="{3316FCBD-8C1B-4AEF-8483-03804C6F6B36}" dt="2025-07-31T06:42:01.618" v="1650" actId="478"/>
          <ac:cxnSpMkLst>
            <pc:docMk/>
            <pc:sldMk cId="1499169097" sldId="258"/>
            <ac:cxnSpMk id="125" creationId="{4286C064-3689-2C3C-E936-A6AC66E9E921}"/>
          </ac:cxnSpMkLst>
        </pc:cxnChg>
        <pc:cxnChg chg="add mod">
          <ac:chgData name="Shuo Li" userId="8a55d936b63ebf2b" providerId="LiveId" clId="{3316FCBD-8C1B-4AEF-8483-03804C6F6B36}" dt="2025-07-31T05:31:32.849" v="1300" actId="14100"/>
          <ac:cxnSpMkLst>
            <pc:docMk/>
            <pc:sldMk cId="1499169097" sldId="258"/>
            <ac:cxnSpMk id="166" creationId="{D5BA30BC-35A1-D6E3-6CA8-0D8830907AA3}"/>
          </ac:cxnSpMkLst>
        </pc:cxnChg>
        <pc:cxnChg chg="add mod">
          <ac:chgData name="Shuo Li" userId="8a55d936b63ebf2b" providerId="LiveId" clId="{3316FCBD-8C1B-4AEF-8483-03804C6F6B36}" dt="2025-07-31T05:31:41.076" v="1302" actId="14100"/>
          <ac:cxnSpMkLst>
            <pc:docMk/>
            <pc:sldMk cId="1499169097" sldId="258"/>
            <ac:cxnSpMk id="168" creationId="{4D3CAB86-0C03-A111-CEFF-A83991073E41}"/>
          </ac:cxnSpMkLst>
        </pc:cxnChg>
        <pc:cxnChg chg="add mod">
          <ac:chgData name="Shuo Li" userId="8a55d936b63ebf2b" providerId="LiveId" clId="{3316FCBD-8C1B-4AEF-8483-03804C6F6B36}" dt="2025-07-31T05:32:15.464" v="1305" actId="14100"/>
          <ac:cxnSpMkLst>
            <pc:docMk/>
            <pc:sldMk cId="1499169097" sldId="258"/>
            <ac:cxnSpMk id="178" creationId="{3A9AAE17-C9FB-05E9-9C73-9FA6D4AC8EB6}"/>
          </ac:cxnSpMkLst>
        </pc:cxnChg>
      </pc:sldChg>
      <pc:sldChg chg="addSp delSp modSp add del mod">
        <pc:chgData name="Shuo Li" userId="8a55d936b63ebf2b" providerId="LiveId" clId="{3316FCBD-8C1B-4AEF-8483-03804C6F6B36}" dt="2025-07-31T03:44:07.570" v="708" actId="47"/>
        <pc:sldMkLst>
          <pc:docMk/>
          <pc:sldMk cId="3333998267" sldId="258"/>
        </pc:sldMkLst>
        <pc:picChg chg="add mod">
          <ac:chgData name="Shuo Li" userId="8a55d936b63ebf2b" providerId="LiveId" clId="{3316FCBD-8C1B-4AEF-8483-03804C6F6B36}" dt="2025-07-30T15:58:45.141" v="90" actId="14100"/>
          <ac:picMkLst>
            <pc:docMk/>
            <pc:sldMk cId="3333998267" sldId="258"/>
            <ac:picMk id="68" creationId="{26A1DDFB-A0BB-41F0-4574-6736A15811FA}"/>
          </ac:picMkLst>
        </pc:picChg>
      </pc:sldChg>
      <pc:sldChg chg="addSp modSp add del mod">
        <pc:chgData name="Shuo Li" userId="8a55d936b63ebf2b" providerId="LiveId" clId="{3316FCBD-8C1B-4AEF-8483-03804C6F6B36}" dt="2025-07-31T03:44:09.132" v="709" actId="47"/>
        <pc:sldMkLst>
          <pc:docMk/>
          <pc:sldMk cId="3092979839" sldId="259"/>
        </pc:sldMkLst>
        <pc:picChg chg="add">
          <ac:chgData name="Shuo Li" userId="8a55d936b63ebf2b" providerId="LiveId" clId="{3316FCBD-8C1B-4AEF-8483-03804C6F6B36}" dt="2025-07-31T01:43:41.525" v="119"/>
          <ac:picMkLst>
            <pc:docMk/>
            <pc:sldMk cId="3092979839" sldId="259"/>
            <ac:picMk id="67" creationId="{B5DA1A81-E16C-8392-31D3-B07C66C0677B}"/>
          </ac:picMkLst>
        </pc:picChg>
        <pc:picChg chg="mod">
          <ac:chgData name="Shuo Li" userId="8a55d936b63ebf2b" providerId="LiveId" clId="{3316FCBD-8C1B-4AEF-8483-03804C6F6B36}" dt="2025-07-31T01:43:32.057" v="118" actId="1076"/>
          <ac:picMkLst>
            <pc:docMk/>
            <pc:sldMk cId="3092979839" sldId="259"/>
            <ac:picMk id="68" creationId="{A05C2B69-D6C5-46FE-2446-D690C7FE0E17}"/>
          </ac:picMkLst>
        </pc:picChg>
      </pc:sldChg>
    </pc:docChg>
  </pc:docChgLst>
  <pc:docChgLst>
    <pc:chgData name="Shuo Li" userId="8a55d936b63ebf2b" providerId="LiveId" clId="{D80D412D-2FC3-42DF-8F9A-8051D9DBD4E7}"/>
    <pc:docChg chg="undo custSel addSld modSld">
      <pc:chgData name="Shuo Li" userId="8a55d936b63ebf2b" providerId="LiveId" clId="{D80D412D-2FC3-42DF-8F9A-8051D9DBD4E7}" dt="2025-07-24T20:22:34.886" v="747" actId="20577"/>
      <pc:docMkLst>
        <pc:docMk/>
      </pc:docMkLst>
      <pc:sldChg chg="addSp delSp modSp mod">
        <pc:chgData name="Shuo Li" userId="8a55d936b63ebf2b" providerId="LiveId" clId="{D80D412D-2FC3-42DF-8F9A-8051D9DBD4E7}" dt="2025-07-24T18:55:39.759" v="35" actId="478"/>
        <pc:sldMkLst>
          <pc:docMk/>
          <pc:sldMk cId="0" sldId="256"/>
        </pc:sldMkLst>
      </pc:sldChg>
      <pc:sldChg chg="addSp delSp modSp add mod">
        <pc:chgData name="Shuo Li" userId="8a55d936b63ebf2b" providerId="LiveId" clId="{D80D412D-2FC3-42DF-8F9A-8051D9DBD4E7}" dt="2025-07-24T20:22:34.886" v="747" actId="20577"/>
        <pc:sldMkLst>
          <pc:docMk/>
          <pc:sldMk cId="823964145" sldId="257"/>
        </pc:sldMkLst>
        <pc:spChg chg="mod">
          <ac:chgData name="Shuo Li" userId="8a55d936b63ebf2b" providerId="LiveId" clId="{D80D412D-2FC3-42DF-8F9A-8051D9DBD4E7}" dt="2025-07-24T19:12:28.849" v="229" actId="122"/>
          <ac:spMkLst>
            <pc:docMk/>
            <pc:sldMk cId="823964145" sldId="257"/>
            <ac:spMk id="66" creationId="{77E9F117-71D5-647C-AC21-FA8CD711CA3F}"/>
          </ac:spMkLst>
        </pc:spChg>
        <pc:spChg chg="mod">
          <ac:chgData name="Shuo Li" userId="8a55d936b63ebf2b" providerId="LiveId" clId="{D80D412D-2FC3-42DF-8F9A-8051D9DBD4E7}" dt="2025-07-24T19:22:21.082" v="712" actId="1038"/>
          <ac:spMkLst>
            <pc:docMk/>
            <pc:sldMk cId="823964145" sldId="257"/>
            <ac:spMk id="72" creationId="{1E148BE1-B0A7-32CC-AD41-1EACAE09FF4A}"/>
          </ac:spMkLst>
        </pc:spChg>
        <pc:spChg chg="add mod">
          <ac:chgData name="Shuo Li" userId="8a55d936b63ebf2b" providerId="LiveId" clId="{D80D412D-2FC3-42DF-8F9A-8051D9DBD4E7}" dt="2025-07-24T20:22:34.886" v="747" actId="20577"/>
          <ac:spMkLst>
            <pc:docMk/>
            <pc:sldMk cId="823964145" sldId="257"/>
            <ac:spMk id="377" creationId="{48BB6FC5-5508-0E59-3D08-87DBA71E3539}"/>
          </ac:spMkLst>
        </pc:spChg>
        <pc:spChg chg="add mod">
          <ac:chgData name="Shuo Li" userId="8a55d936b63ebf2b" providerId="LiveId" clId="{D80D412D-2FC3-42DF-8F9A-8051D9DBD4E7}" dt="2025-07-24T19:15:20.960" v="277" actId="20577"/>
          <ac:spMkLst>
            <pc:docMk/>
            <pc:sldMk cId="823964145" sldId="257"/>
            <ac:spMk id="382" creationId="{69D8011D-CA05-1A5D-FE85-B3B63D938BF3}"/>
          </ac:spMkLst>
        </pc:spChg>
        <pc:spChg chg="add mod">
          <ac:chgData name="Shuo Li" userId="8a55d936b63ebf2b" providerId="LiveId" clId="{D80D412D-2FC3-42DF-8F9A-8051D9DBD4E7}" dt="2025-07-24T19:20:24.431" v="532" actId="1036"/>
          <ac:spMkLst>
            <pc:docMk/>
            <pc:sldMk cId="823964145" sldId="257"/>
            <ac:spMk id="384" creationId="{AFD35CB5-7DBC-5A48-BF4F-0B21DF988C0C}"/>
          </ac:spMkLst>
        </pc:spChg>
        <pc:spChg chg="add mod">
          <ac:chgData name="Shuo Li" userId="8a55d936b63ebf2b" providerId="LiveId" clId="{D80D412D-2FC3-42DF-8F9A-8051D9DBD4E7}" dt="2025-07-24T19:22:03.855" v="706" actId="1037"/>
          <ac:spMkLst>
            <pc:docMk/>
            <pc:sldMk cId="823964145" sldId="257"/>
            <ac:spMk id="387" creationId="{8B73B9D8-E202-C56B-D5B6-EE0BFABBEB06}"/>
          </ac:spMkLst>
        </pc:spChg>
        <pc:picChg chg="mod">
          <ac:chgData name="Shuo Li" userId="8a55d936b63ebf2b" providerId="LiveId" clId="{D80D412D-2FC3-42DF-8F9A-8051D9DBD4E7}" dt="2025-07-24T19:09:47.208" v="223" actId="1076"/>
          <ac:picMkLst>
            <pc:docMk/>
            <pc:sldMk cId="823964145" sldId="257"/>
            <ac:picMk id="3" creationId="{43871771-014C-2A60-8DFC-C008D8F453DA}"/>
          </ac:picMkLst>
        </pc:picChg>
        <pc:picChg chg="mod">
          <ac:chgData name="Shuo Li" userId="8a55d936b63ebf2b" providerId="LiveId" clId="{D80D412D-2FC3-42DF-8F9A-8051D9DBD4E7}" dt="2025-07-24T19:09:32.979" v="210" actId="1035"/>
          <ac:picMkLst>
            <pc:docMk/>
            <pc:sldMk cId="823964145" sldId="257"/>
            <ac:picMk id="64" creationId="{253CC961-A51E-1755-450D-8C015B0DC088}"/>
          </ac:picMkLst>
        </pc:picChg>
        <pc:picChg chg="mod">
          <ac:chgData name="Shuo Li" userId="8a55d936b63ebf2b" providerId="LiveId" clId="{D80D412D-2FC3-42DF-8F9A-8051D9DBD4E7}" dt="2025-07-24T19:13:02.062" v="235" actId="14100"/>
          <ac:picMkLst>
            <pc:docMk/>
            <pc:sldMk cId="823964145" sldId="257"/>
            <ac:picMk id="65" creationId="{51FCC587-E48B-2C4B-3578-B72A41C0EE7C}"/>
          </ac:picMkLst>
        </pc:picChg>
        <pc:picChg chg="mod">
          <ac:chgData name="Shuo Li" userId="8a55d936b63ebf2b" providerId="LiveId" clId="{D80D412D-2FC3-42DF-8F9A-8051D9DBD4E7}" dt="2025-07-24T19:17:32.321" v="338" actId="1076"/>
          <ac:picMkLst>
            <pc:docMk/>
            <pc:sldMk cId="823964145" sldId="257"/>
            <ac:picMk id="71" creationId="{9C5C9E52-AF64-1C38-5E96-C9C71C7234D6}"/>
          </ac:picMkLst>
        </pc:picChg>
        <pc:picChg chg="add mod">
          <ac:chgData name="Shuo Li" userId="8a55d936b63ebf2b" providerId="LiveId" clId="{D80D412D-2FC3-42DF-8F9A-8051D9DBD4E7}" dt="2025-07-24T19:14:30.822" v="257" actId="14100"/>
          <ac:picMkLst>
            <pc:docMk/>
            <pc:sldMk cId="823964145" sldId="257"/>
            <ac:picMk id="378" creationId="{977F767D-8802-D7B5-7A2A-A239E395B61F}"/>
          </ac:picMkLst>
        </pc:picChg>
        <pc:picChg chg="mod">
          <ac:chgData name="Shuo Li" userId="8a55d936b63ebf2b" providerId="LiveId" clId="{D80D412D-2FC3-42DF-8F9A-8051D9DBD4E7}" dt="2025-07-24T19:20:58.555" v="625" actId="1038"/>
          <ac:picMkLst>
            <pc:docMk/>
            <pc:sldMk cId="823964145" sldId="257"/>
            <ac:picMk id="379" creationId="{18D7D93A-58E2-93D9-7E59-4446E7C9D21E}"/>
          </ac:picMkLst>
        </pc:picChg>
        <pc:picChg chg="add mod">
          <ac:chgData name="Shuo Li" userId="8a55d936b63ebf2b" providerId="LiveId" clId="{D80D412D-2FC3-42DF-8F9A-8051D9DBD4E7}" dt="2025-07-24T19:20:24.431" v="532" actId="1036"/>
          <ac:picMkLst>
            <pc:docMk/>
            <pc:sldMk cId="823964145" sldId="257"/>
            <ac:picMk id="383" creationId="{D385D65F-B42E-964C-F911-5B10E911259F}"/>
          </ac:picMkLst>
        </pc:picChg>
        <pc:picChg chg="add mod">
          <ac:chgData name="Shuo Li" userId="8a55d936b63ebf2b" providerId="LiveId" clId="{D80D412D-2FC3-42DF-8F9A-8051D9DBD4E7}" dt="2025-07-24T19:21:32.608" v="679" actId="1036"/>
          <ac:picMkLst>
            <pc:docMk/>
            <pc:sldMk cId="823964145" sldId="257"/>
            <ac:picMk id="386" creationId="{469A982F-F916-9248-0687-15463AF0D6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C8D4C-0DD5-4EEE-A793-E8A0D9F19FA5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D695-F5A7-4D50-3574-7F0F5869DB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7CD72A6-2F5A-4AC5-A6F1-E3984071BE88}"/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E4CF1-01D1-4697-9BA7-A16C8F1800C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FD4B-D703-4F16-48C1-665FA75B6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00E2D0E-9146-4015-4271-4B111666D978}"/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20EF-D6FD-4763-7A3A-4D783B95A27A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FD1E5-EA88-4301-40C1-47ABB40A6F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F7570A2-7B28-4C17-688C-FD2F72573F52}"/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FB78-AFA6-48E0-40B9-F274F8984208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1B45D-6CCF-4D48-C28C-A1AC9D7E1E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808719B-0E3E-45FE-BB00-5F7AB1E4A332}"/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8C4F-BE71-49D3-1DB4-DEC6D54F4AE6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E6AB0-F7FF-4712-493A-AF8A5CBAFF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12DFD93-6563-4E1D-3A92-668E81BFA7E7}"/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7F05-0518-4A90-FC2E-93ACE411B28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01F7-F293-49AA-DB10-6F8F50DB1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1CD58EF-90F5-497A-6091-1442A4E2819E}"/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C6D9-7C96-4046-E012-A9BC18DDA3E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58522-8422-4725-E30A-452E38BF5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4FBD8E9-CB4E-4182-2CA2-49075FD99D17}"/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4198-25DF-4B2F-ED9C-0EC59172858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F5099-BAAC-41C9-CF22-1FDB0977F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1E5F7AF-A10C-4930-C01E-D49F920EAE7D}"/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01AE-C397-405C-E304-7776526B151B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27DA-32FC-4F96-B719-0179F31866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39FFB9A-3065-4091-7CFB-F834A651AF13}"/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F026F-3557-4424-8034-C38339DF9C2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09708-525D-4727-955A-AA586BAA70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A89DA65-5C04-49F0-9471-BBBDC89E807B}"/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030D3-D021-43BA-E03B-9ACE120D8EF6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9C792-138B-4043-D8C8-7F089A7A4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F45A734-6DD1-4598-4993-07AF98413696}"/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3E3D2-6C84-4EC1-F57E-25D541C1B0EB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8A152-5B4C-4AAF-387B-6F90BEFCE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DE2F685-0FFB-4178-38E1-8D1BCF4DF032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2634-3CF6-BCE4-7847-F69FAE1A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Picture 468">
            <a:extLst>
              <a:ext uri="{FF2B5EF4-FFF2-40B4-BE49-F238E27FC236}">
                <a16:creationId xmlns:a16="http://schemas.microsoft.com/office/drawing/2014/main" id="{D8FBCE65-B6C7-5A10-4B21-8D309AB21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432" y="26066592"/>
            <a:ext cx="17905942" cy="6428587"/>
          </a:xfrm>
          <a:prstGeom prst="rect">
            <a:avLst/>
          </a:prstGeom>
        </p:spPr>
      </p:pic>
      <p:pic>
        <p:nvPicPr>
          <p:cNvPr id="2" name="9F4819A7-4FAC-4216-5971-470F0122E290">
            <a:extLst>
              <a:ext uri="{FF2B5EF4-FFF2-40B4-BE49-F238E27FC236}">
                <a16:creationId xmlns:a16="http://schemas.microsoft.com/office/drawing/2014/main" id="{44447DF7-6EE1-396E-24E8-18195A732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4E15066C-CABC-4259-8250-F1CF37014EE0}"/>
            </a:extLst>
          </a:blip>
          <a:srcRect/>
          <a:stretch>
            <a:fillRect/>
          </a:stretch>
        </p:blipFill>
        <p:spPr>
          <a:xfrm>
            <a:off x="1232536" y="196968"/>
            <a:ext cx="42062400" cy="5122332"/>
          </a:xfrm>
          <a:prstGeom prst="rect">
            <a:avLst/>
          </a:prstGeom>
        </p:spPr>
      </p:pic>
      <p:sp>
        <p:nvSpPr>
          <p:cNvPr id="4" name="TextBox4">
            <a:extLst>
              <a:ext uri="{FF2B5EF4-FFF2-40B4-BE49-F238E27FC236}">
                <a16:creationId xmlns:a16="http://schemas.microsoft.com/office/drawing/2014/main" id="{1CB28B69-2545-C553-156C-B090BA1C0195}"/>
              </a:ext>
            </a:extLst>
          </p:cNvPr>
          <p:cNvSpPr txBox="1"/>
          <p:nvPr/>
        </p:nvSpPr>
        <p:spPr>
          <a:xfrm>
            <a:off x="1632584" y="1445261"/>
            <a:ext cx="34390966" cy="2112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5743"/>
              </a:lnSpc>
            </a:pPr>
            <a:r>
              <a:rPr lang="en-US" altLang="zh-CN" sz="8500" b="1" kern="0" spc="-15" dirty="0">
                <a:solidFill>
                  <a:srgbClr val="24202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Tumor on chip</a:t>
            </a:r>
          </a:p>
          <a:p>
            <a:pPr marL="0" marR="0" indent="0" eaLnBrk="0">
              <a:lnSpc>
                <a:spcPct val="95743"/>
              </a:lnSpc>
            </a:pPr>
            <a:r>
              <a:rPr lang="en-US" altLang="zh-CN" sz="5800" kern="0" dirty="0">
                <a:solidFill>
                  <a:srgbClr val="403F4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Shuo Li</a:t>
            </a:r>
            <a:r>
              <a:rPr lang="en-US" altLang="zh-CN" sz="5800" kern="0" spc="15" baseline="38683" dirty="0">
                <a:solidFill>
                  <a:srgbClr val="403F4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n-US" altLang="zh-CN" sz="5800" kern="0" dirty="0">
              <a:solidFill>
                <a:srgbClr val="403F41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64" name="46DC565F-A109-4477-13DC-A9FDC275BDFD">
            <a:extLst>
              <a:ext uri="{FF2B5EF4-FFF2-40B4-BE49-F238E27FC236}">
                <a16:creationId xmlns:a16="http://schemas.microsoft.com/office/drawing/2014/main" id="{253CC961-A51E-1755-450D-8C015B0DC0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D29C301-2736-41D6-91B1-657BE5E07763}"/>
            </a:extLst>
          </a:blip>
          <a:srcRect/>
          <a:stretch>
            <a:fillRect/>
          </a:stretch>
        </p:blipFill>
        <p:spPr>
          <a:xfrm>
            <a:off x="914400" y="6286483"/>
            <a:ext cx="9081037" cy="1147234"/>
          </a:xfrm>
          <a:prstGeom prst="rect">
            <a:avLst/>
          </a:prstGeom>
        </p:spPr>
      </p:pic>
      <p:pic>
        <p:nvPicPr>
          <p:cNvPr id="65" name="771909B8-8836-4BF7-C16E-1590B0EFE8E4">
            <a:extLst>
              <a:ext uri="{FF2B5EF4-FFF2-40B4-BE49-F238E27FC236}">
                <a16:creationId xmlns:a16="http://schemas.microsoft.com/office/drawing/2014/main" id="{51FCC587-E48B-2C4B-3578-B72A41C0EE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6EDD5B4C-8C28-4DEB-6F83-4C43471FA782}"/>
            </a:extLst>
          </a:blip>
          <a:srcRect/>
          <a:stretch>
            <a:fillRect/>
          </a:stretch>
        </p:blipFill>
        <p:spPr>
          <a:xfrm>
            <a:off x="909320" y="6282040"/>
            <a:ext cx="9096326" cy="1155700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66" name="TextBox66">
            <a:extLst>
              <a:ext uri="{FF2B5EF4-FFF2-40B4-BE49-F238E27FC236}">
                <a16:creationId xmlns:a16="http://schemas.microsoft.com/office/drawing/2014/main" id="{77E9F117-71D5-647C-AC21-FA8CD711CA3F}"/>
              </a:ext>
            </a:extLst>
          </p:cNvPr>
          <p:cNvSpPr txBox="1"/>
          <p:nvPr/>
        </p:nvSpPr>
        <p:spPr>
          <a:xfrm>
            <a:off x="1232536" y="6471268"/>
            <a:ext cx="8460932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5000" b="1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Introduction</a:t>
            </a:r>
          </a:p>
        </p:txBody>
      </p:sp>
      <p:pic>
        <p:nvPicPr>
          <p:cNvPr id="71" name="818DB942-5297-4B2F-270E-71BC43E71F19">
            <a:extLst>
              <a:ext uri="{FF2B5EF4-FFF2-40B4-BE49-F238E27FC236}">
                <a16:creationId xmlns:a16="http://schemas.microsoft.com/office/drawing/2014/main" id="{9C5C9E52-AF64-1C38-5E96-C9C71C7234D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572AE14B-E359-4C80-6A36-824758ACF65B}"/>
            </a:extLst>
          </a:blip>
          <a:srcRect/>
          <a:stretch>
            <a:fillRect/>
          </a:stretch>
        </p:blipFill>
        <p:spPr>
          <a:xfrm>
            <a:off x="32198623" y="6282251"/>
            <a:ext cx="10460042" cy="1151466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72" name="TextBox72">
            <a:extLst>
              <a:ext uri="{FF2B5EF4-FFF2-40B4-BE49-F238E27FC236}">
                <a16:creationId xmlns:a16="http://schemas.microsoft.com/office/drawing/2014/main" id="{1E148BE1-B0A7-32CC-AD41-1EACAE09FF4A}"/>
              </a:ext>
            </a:extLst>
          </p:cNvPr>
          <p:cNvSpPr txBox="1"/>
          <p:nvPr/>
        </p:nvSpPr>
        <p:spPr>
          <a:xfrm>
            <a:off x="38423088" y="6445886"/>
            <a:ext cx="380720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5000" b="1" kern="0" spc="0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Future</a:t>
            </a:r>
            <a:r>
              <a:rPr lang="en-US" altLang="zh-CN" sz="5000" b="1" kern="0" spc="-15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5000" b="1" kern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5000" b="1" kern="0" spc="0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ork</a:t>
            </a:r>
          </a:p>
        </p:txBody>
      </p:sp>
      <p:pic>
        <p:nvPicPr>
          <p:cNvPr id="378" name="771909B8-8836-4BF7-C16E-1590B0EFE8E4">
            <a:extLst>
              <a:ext uri="{FF2B5EF4-FFF2-40B4-BE49-F238E27FC236}">
                <a16:creationId xmlns:a16="http://schemas.microsoft.com/office/drawing/2014/main" id="{977F767D-8802-D7B5-7A2A-A239E395B6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6EDD5B4C-8C28-4DEB-6F83-4C43471FA782}"/>
            </a:extLst>
          </a:blip>
          <a:srcRect/>
          <a:stretch>
            <a:fillRect/>
          </a:stretch>
        </p:blipFill>
        <p:spPr>
          <a:xfrm>
            <a:off x="11201400" y="6282040"/>
            <a:ext cx="20222307" cy="1155700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382" name="TextBox66">
            <a:extLst>
              <a:ext uri="{FF2B5EF4-FFF2-40B4-BE49-F238E27FC236}">
                <a16:creationId xmlns:a16="http://schemas.microsoft.com/office/drawing/2014/main" id="{69D8011D-CA05-1A5D-FE85-B3B63D938BF3}"/>
              </a:ext>
            </a:extLst>
          </p:cNvPr>
          <p:cNvSpPr txBox="1"/>
          <p:nvPr/>
        </p:nvSpPr>
        <p:spPr>
          <a:xfrm>
            <a:off x="13539017" y="6471146"/>
            <a:ext cx="15972503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eaLnBrk="0">
              <a:lnSpc>
                <a:spcPct val="100000"/>
              </a:lnSpc>
            </a:pPr>
            <a:r>
              <a:rPr lang="en-US" altLang="zh-CN" sz="5000" b="1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Method</a:t>
            </a:r>
          </a:p>
          <a:p>
            <a:pPr marL="0" marR="0" indent="0" algn="ctr" eaLnBrk="0">
              <a:lnSpc>
                <a:spcPct val="100000"/>
              </a:lnSpc>
            </a:pPr>
            <a:endParaRPr lang="en-US" altLang="zh-CN" sz="5000" b="1" kern="0" spc="-15" baseline="0" noProof="0" dirty="0">
              <a:solidFill>
                <a:srgbClr val="FFFFFF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383" name="818DB942-5297-4B2F-270E-71BC43E71F19">
            <a:extLst>
              <a:ext uri="{FF2B5EF4-FFF2-40B4-BE49-F238E27FC236}">
                <a16:creationId xmlns:a16="http://schemas.microsoft.com/office/drawing/2014/main" id="{D385D65F-B42E-964C-F911-5B10E91125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572AE14B-E359-4C80-6A36-824758ACF65B}"/>
            </a:extLst>
          </a:blip>
          <a:srcRect/>
          <a:stretch>
            <a:fillRect/>
          </a:stretch>
        </p:blipFill>
        <p:spPr>
          <a:xfrm>
            <a:off x="32198623" y="17049521"/>
            <a:ext cx="10460042" cy="1151466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384" name="TextBox72">
            <a:extLst>
              <a:ext uri="{FF2B5EF4-FFF2-40B4-BE49-F238E27FC236}">
                <a16:creationId xmlns:a16="http://schemas.microsoft.com/office/drawing/2014/main" id="{AFD35CB5-7DBC-5A48-BF4F-0B21DF988C0C}"/>
              </a:ext>
            </a:extLst>
          </p:cNvPr>
          <p:cNvSpPr txBox="1"/>
          <p:nvPr/>
        </p:nvSpPr>
        <p:spPr>
          <a:xfrm>
            <a:off x="38540054" y="17213156"/>
            <a:ext cx="363537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5000" b="1" kern="0" spc="0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Conclusion</a:t>
            </a:r>
          </a:p>
        </p:txBody>
      </p:sp>
      <p:pic>
        <p:nvPicPr>
          <p:cNvPr id="386" name="818DB942-5297-4B2F-270E-71BC43E71F19">
            <a:extLst>
              <a:ext uri="{FF2B5EF4-FFF2-40B4-BE49-F238E27FC236}">
                <a16:creationId xmlns:a16="http://schemas.microsoft.com/office/drawing/2014/main" id="{469A982F-F916-9248-0687-15463AF0D6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572AE14B-E359-4C80-6A36-824758ACF65B}"/>
            </a:extLst>
          </a:blip>
          <a:srcRect/>
          <a:stretch>
            <a:fillRect/>
          </a:stretch>
        </p:blipFill>
        <p:spPr>
          <a:xfrm>
            <a:off x="32198623" y="25190729"/>
            <a:ext cx="10460042" cy="1151466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387" name="TextBox72">
            <a:extLst>
              <a:ext uri="{FF2B5EF4-FFF2-40B4-BE49-F238E27FC236}">
                <a16:creationId xmlns:a16="http://schemas.microsoft.com/office/drawing/2014/main" id="{8B73B9D8-E202-C56B-D5B6-EE0BFABBEB06}"/>
              </a:ext>
            </a:extLst>
          </p:cNvPr>
          <p:cNvSpPr txBox="1"/>
          <p:nvPr/>
        </p:nvSpPr>
        <p:spPr>
          <a:xfrm>
            <a:off x="36695974" y="25354364"/>
            <a:ext cx="5741584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5000" b="1" kern="0" spc="0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Acknowledgement</a:t>
            </a:r>
          </a:p>
        </p:txBody>
      </p:sp>
      <p:pic>
        <p:nvPicPr>
          <p:cNvPr id="488" name="771909B8-8836-4BF7-C16E-1590B0EFE8E4">
            <a:extLst>
              <a:ext uri="{FF2B5EF4-FFF2-40B4-BE49-F238E27FC236}">
                <a16:creationId xmlns:a16="http://schemas.microsoft.com/office/drawing/2014/main" id="{3D48A3EE-8E45-4D2E-346B-1E8CC65830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6EDD5B4C-8C28-4DEB-6F83-4C43471FA782}"/>
            </a:extLst>
          </a:blip>
          <a:srcRect/>
          <a:stretch>
            <a:fillRect/>
          </a:stretch>
        </p:blipFill>
        <p:spPr>
          <a:xfrm>
            <a:off x="11144250" y="14428763"/>
            <a:ext cx="20222307" cy="1155700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489" name="TextBox66">
            <a:extLst>
              <a:ext uri="{FF2B5EF4-FFF2-40B4-BE49-F238E27FC236}">
                <a16:creationId xmlns:a16="http://schemas.microsoft.com/office/drawing/2014/main" id="{EA174BD9-131C-3B44-F1A6-604036EB8DF4}"/>
              </a:ext>
            </a:extLst>
          </p:cNvPr>
          <p:cNvSpPr txBox="1"/>
          <p:nvPr/>
        </p:nvSpPr>
        <p:spPr>
          <a:xfrm>
            <a:off x="13481867" y="14621892"/>
            <a:ext cx="15972503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eaLnBrk="0">
              <a:lnSpc>
                <a:spcPct val="100000"/>
              </a:lnSpc>
            </a:pPr>
            <a:r>
              <a:rPr lang="en-US" altLang="zh-CN" sz="5000" b="1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Result</a:t>
            </a:r>
          </a:p>
          <a:p>
            <a:pPr marL="0" marR="0" indent="0" algn="ctr" eaLnBrk="0">
              <a:lnSpc>
                <a:spcPct val="100000"/>
              </a:lnSpc>
            </a:pPr>
            <a:endParaRPr lang="en-US" altLang="zh-CN" sz="5000" b="1" kern="0" spc="-15" baseline="0" noProof="0" dirty="0">
              <a:solidFill>
                <a:srgbClr val="FFFFFF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458" name="771909B8-8836-4BF7-C16E-1590B0EFE8E4">
            <a:extLst>
              <a:ext uri="{FF2B5EF4-FFF2-40B4-BE49-F238E27FC236}">
                <a16:creationId xmlns:a16="http://schemas.microsoft.com/office/drawing/2014/main" id="{90FAAB10-BD75-F791-540C-4CD4512A50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6EDD5B4C-8C28-4DEB-6F83-4C43471FA782}"/>
            </a:extLst>
          </a:blip>
          <a:srcRect/>
          <a:stretch>
            <a:fillRect/>
          </a:stretch>
        </p:blipFill>
        <p:spPr>
          <a:xfrm>
            <a:off x="909320" y="22341190"/>
            <a:ext cx="9096326" cy="1155700"/>
          </a:xfrm>
          <a:prstGeom prst="rect">
            <a:avLst/>
          </a:prstGeom>
          <a:solidFill>
            <a:srgbClr val="2C1F8C"/>
          </a:solidFill>
        </p:spPr>
      </p:pic>
      <p:sp>
        <p:nvSpPr>
          <p:cNvPr id="459" name="TextBox66">
            <a:extLst>
              <a:ext uri="{FF2B5EF4-FFF2-40B4-BE49-F238E27FC236}">
                <a16:creationId xmlns:a16="http://schemas.microsoft.com/office/drawing/2014/main" id="{7F4659C7-781E-1FB6-1A8B-34DDA8E97879}"/>
              </a:ext>
            </a:extLst>
          </p:cNvPr>
          <p:cNvSpPr txBox="1"/>
          <p:nvPr/>
        </p:nvSpPr>
        <p:spPr>
          <a:xfrm>
            <a:off x="1232536" y="22530418"/>
            <a:ext cx="8460932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5000" b="1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Application</a:t>
            </a:r>
          </a:p>
        </p:txBody>
      </p:sp>
      <p:sp>
        <p:nvSpPr>
          <p:cNvPr id="480" name="AutoShape 2">
            <a:extLst>
              <a:ext uri="{FF2B5EF4-FFF2-40B4-BE49-F238E27FC236}">
                <a16:creationId xmlns:a16="http://schemas.microsoft.com/office/drawing/2014/main" id="{F853B1F6-6401-15FA-787A-A9E64F32D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3" name="AutoShape 4">
            <a:extLst>
              <a:ext uri="{FF2B5EF4-FFF2-40B4-BE49-F238E27FC236}">
                <a16:creationId xmlns:a16="http://schemas.microsoft.com/office/drawing/2014/main" id="{A003A265-498B-1F06-0FEA-BD289AE22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45600" y="16459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964145"/>
      </p:ext>
      <p:ext uri="{4D34FF48-D93C-45F4-9B1C-F932DB9E6950}"/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4FB31EDA3A6D3AC8693D70D5246EC150704F8AD4A6B5FFFE95F121E6D073648" val="[{&quot;GradientColorId&quot;:&quot;&quot;,&quot;IsFree&quot;:true,&quot;IsGradient&quot;:false,&quot;ImagePath&quot;:&quot;&quot;,&quot;GradientColor&quot;:null,&quot;SimpleColor&quot;:&quot;#1F4E79&quot;},{&quot;GradientColorId&quot;:&quot;&quot;,&quot;IsFree&quot;:true,&quot;IsGradient&quot;:false,&quot;ImagePath&quot;:&quot;&quot;,&quot;GradientColor&quot;:null,&quot;SimpleColor&quot;:&quot;#51647E&quot;},{&quot;GradientColorId&quot;:&quot;&quot;,&quot;IsFree&quot;:true,&quot;IsGradient&quot;:false,&quot;ImagePath&quot;:&quot;&quot;,&quot;GradientColor&quot;:null,&quot;SimpleColor&quot;:&quot;#657D9D&quot;},{&quot;GradientColorId&quot;:&quot;&quot;,&quot;IsFree&quot;:true,&quot;IsGradient&quot;:false,&quot;ImagePath&quot;:&quot;&quot;,&quot;GradientColor&quot;:null,&quot;SimpleColor&quot;:&quot;#5B9BD5&quot;},{&quot;GradientColorId&quot;:&quot;&quot;,&quot;IsFree&quot;:true,&quot;IsGradient&quot;:false,&quot;ImagePath&quot;:&quot;&quot;,&quot;GradientColor&quot;:null,&quot;SimpleColor&quot;:&quot;#44546A&quot;}]"/>
</p:tagLst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F506D6CD-2A81-4451-6FF1-822F2DCA8EBE}"/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6285</TotalTime>
  <Words>13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4Fffice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Xiaoyu Wang</cp:lastModifiedBy>
  <cp:revision>8</cp:revision>
  <dcterms:modified xsi:type="dcterms:W3CDTF">2026-04-26T22:03:04Z</dcterms:modified>
</cp:coreProperties>
</file>